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69" r:id="rId13"/>
    <p:sldId id="264" r:id="rId14"/>
    <p:sldId id="265" r:id="rId15"/>
    <p:sldId id="266" r:id="rId16"/>
    <p:sldId id="267" r:id="rId17"/>
    <p:sldId id="268"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25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06A4F9-0E6A-8898-0DA2-92BFD1A85F5D}" v="46" dt="2026-04-20T19:54:19.583"/>
    <p1510:client id="{56804531-D0C4-B12C-FD9D-8B318E6998E6}" v="3" dt="2026-04-20T02:56:20.991"/>
    <p1510:client id="{6B5C10BE-CD33-3909-EF2A-F72C2B170609}" v="368" dt="2026-04-20T03:14:29.516"/>
    <p1510:client id="{A1BCCF27-9CE3-713B-100C-7FD8F1C1C66A}" v="100" dt="2026-04-20T19:19:35.2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ha Pareshbhai Desai" userId="S::kd22oa@brocku.ca::ab2f8784-fbd7-4759-8a40-41d317901283" providerId="AD" clId="Web-{6B5C10BE-CD33-3909-EF2A-F72C2B170609}"/>
    <pc:docChg chg="modSld modMainMaster">
      <pc:chgData name="Krisha Pareshbhai Desai" userId="S::kd22oa@brocku.ca::ab2f8784-fbd7-4759-8a40-41d317901283" providerId="AD" clId="Web-{6B5C10BE-CD33-3909-EF2A-F72C2B170609}" dt="2026-04-20T03:14:29.516" v="366"/>
      <pc:docMkLst>
        <pc:docMk/>
      </pc:docMkLst>
      <pc:sldChg chg="modSp modTransition">
        <pc:chgData name="Krisha Pareshbhai Desai" userId="S::kd22oa@brocku.ca::ab2f8784-fbd7-4759-8a40-41d317901283" providerId="AD" clId="Web-{6B5C10BE-CD33-3909-EF2A-F72C2B170609}" dt="2026-04-20T03:14:29.516" v="366"/>
        <pc:sldMkLst>
          <pc:docMk/>
          <pc:sldMk cId="0" sldId="256"/>
        </pc:sldMkLst>
        <pc:spChg chg="mod">
          <ac:chgData name="Krisha Pareshbhai Desai" userId="S::kd22oa@brocku.ca::ab2f8784-fbd7-4759-8a40-41d317901283" providerId="AD" clId="Web-{6B5C10BE-CD33-3909-EF2A-F72C2B170609}" dt="2026-04-20T02:50:52.228" v="1" actId="20577"/>
          <ac:spMkLst>
            <pc:docMk/>
            <pc:sldMk cId="0" sldId="256"/>
            <ac:spMk id="5" creationId="{00000000-0000-0000-0000-000000000000}"/>
          </ac:spMkLst>
        </pc:spChg>
      </pc:sldChg>
      <pc:sldChg chg="modTransition">
        <pc:chgData name="Krisha Pareshbhai Desai" userId="S::kd22oa@brocku.ca::ab2f8784-fbd7-4759-8a40-41d317901283" providerId="AD" clId="Web-{6B5C10BE-CD33-3909-EF2A-F72C2B170609}" dt="2026-04-20T03:14:29.516" v="366"/>
        <pc:sldMkLst>
          <pc:docMk/>
          <pc:sldMk cId="0" sldId="257"/>
        </pc:sldMkLst>
      </pc:sldChg>
      <pc:sldChg chg="modTransition">
        <pc:chgData name="Krisha Pareshbhai Desai" userId="S::kd22oa@brocku.ca::ab2f8784-fbd7-4759-8a40-41d317901283" providerId="AD" clId="Web-{6B5C10BE-CD33-3909-EF2A-F72C2B170609}" dt="2026-04-20T03:14:29.516" v="366"/>
        <pc:sldMkLst>
          <pc:docMk/>
          <pc:sldMk cId="0" sldId="258"/>
        </pc:sldMkLst>
      </pc:sldChg>
      <pc:sldChg chg="delSp modSp modTransition">
        <pc:chgData name="Krisha Pareshbhai Desai" userId="S::kd22oa@brocku.ca::ab2f8784-fbd7-4759-8a40-41d317901283" providerId="AD" clId="Web-{6B5C10BE-CD33-3909-EF2A-F72C2B170609}" dt="2026-04-20T03:14:29.516" v="366"/>
        <pc:sldMkLst>
          <pc:docMk/>
          <pc:sldMk cId="0" sldId="259"/>
        </pc:sldMkLst>
        <pc:spChg chg="mod">
          <ac:chgData name="Krisha Pareshbhai Desai" userId="S::kd22oa@brocku.ca::ab2f8784-fbd7-4759-8a40-41d317901283" providerId="AD" clId="Web-{6B5C10BE-CD33-3909-EF2A-F72C2B170609}" dt="2026-04-20T02:51:13.260" v="4" actId="1076"/>
          <ac:spMkLst>
            <pc:docMk/>
            <pc:sldMk cId="0" sldId="259"/>
            <ac:spMk id="4" creationId="{00000000-0000-0000-0000-000000000000}"/>
          </ac:spMkLst>
        </pc:spChg>
        <pc:spChg chg="mod">
          <ac:chgData name="Krisha Pareshbhai Desai" userId="S::kd22oa@brocku.ca::ab2f8784-fbd7-4759-8a40-41d317901283" providerId="AD" clId="Web-{6B5C10BE-CD33-3909-EF2A-F72C2B170609}" dt="2026-04-20T02:51:41.260" v="8" actId="1076"/>
          <ac:spMkLst>
            <pc:docMk/>
            <pc:sldMk cId="0" sldId="259"/>
            <ac:spMk id="5" creationId="{00000000-0000-0000-0000-000000000000}"/>
          </ac:spMkLst>
        </pc:spChg>
        <pc:spChg chg="mod">
          <ac:chgData name="Krisha Pareshbhai Desai" userId="S::kd22oa@brocku.ca::ab2f8784-fbd7-4759-8a40-41d317901283" providerId="AD" clId="Web-{6B5C10BE-CD33-3909-EF2A-F72C2B170609}" dt="2026-04-20T02:51:16.119" v="5" actId="1076"/>
          <ac:spMkLst>
            <pc:docMk/>
            <pc:sldMk cId="0" sldId="259"/>
            <ac:spMk id="12" creationId="{00000000-0000-0000-0000-000000000000}"/>
          </ac:spMkLst>
        </pc:spChg>
        <pc:spChg chg="mod">
          <ac:chgData name="Krisha Pareshbhai Desai" userId="S::kd22oa@brocku.ca::ab2f8784-fbd7-4759-8a40-41d317901283" providerId="AD" clId="Web-{6B5C10BE-CD33-3909-EF2A-F72C2B170609}" dt="2026-04-20T02:51:46.292" v="9" actId="1076"/>
          <ac:spMkLst>
            <pc:docMk/>
            <pc:sldMk cId="0" sldId="259"/>
            <ac:spMk id="13" creationId="{00000000-0000-0000-0000-000000000000}"/>
          </ac:spMkLst>
        </pc:spChg>
        <pc:spChg chg="mod">
          <ac:chgData name="Krisha Pareshbhai Desai" userId="S::kd22oa@brocku.ca::ab2f8784-fbd7-4759-8a40-41d317901283" providerId="AD" clId="Web-{6B5C10BE-CD33-3909-EF2A-F72C2B170609}" dt="2026-04-20T02:51:18.901" v="6" actId="1076"/>
          <ac:spMkLst>
            <pc:docMk/>
            <pc:sldMk cId="0" sldId="259"/>
            <ac:spMk id="20" creationId="{00000000-0000-0000-0000-000000000000}"/>
          </ac:spMkLst>
        </pc:spChg>
        <pc:spChg chg="mod">
          <ac:chgData name="Krisha Pareshbhai Desai" userId="S::kd22oa@brocku.ca::ab2f8784-fbd7-4759-8a40-41d317901283" providerId="AD" clId="Web-{6B5C10BE-CD33-3909-EF2A-F72C2B170609}" dt="2026-04-20T02:51:49.292" v="10" actId="1076"/>
          <ac:spMkLst>
            <pc:docMk/>
            <pc:sldMk cId="0" sldId="259"/>
            <ac:spMk id="21" creationId="{00000000-0000-0000-0000-000000000000}"/>
          </ac:spMkLst>
        </pc:spChg>
        <pc:spChg chg="del">
          <ac:chgData name="Krisha Pareshbhai Desai" userId="S::kd22oa@brocku.ca::ab2f8784-fbd7-4759-8a40-41d317901283" providerId="AD" clId="Web-{6B5C10BE-CD33-3909-EF2A-F72C2B170609}" dt="2026-04-20T02:51:07.041" v="3"/>
          <ac:spMkLst>
            <pc:docMk/>
            <pc:sldMk cId="0" sldId="259"/>
            <ac:spMk id="29" creationId="{00000000-0000-0000-0000-000000000000}"/>
          </ac:spMkLst>
        </pc:spChg>
        <pc:picChg chg="del">
          <ac:chgData name="Krisha Pareshbhai Desai" userId="S::kd22oa@brocku.ca::ab2f8784-fbd7-4759-8a40-41d317901283" providerId="AD" clId="Web-{6B5C10BE-CD33-3909-EF2A-F72C2B170609}" dt="2026-04-20T02:51:04.588" v="2"/>
          <ac:picMkLst>
            <pc:docMk/>
            <pc:sldMk cId="0" sldId="259"/>
            <ac:picMk id="28" creationId="{00000000-0000-0000-0000-000000000000}"/>
          </ac:picMkLst>
        </pc:picChg>
      </pc:sldChg>
      <pc:sldChg chg="modSp modTransition">
        <pc:chgData name="Krisha Pareshbhai Desai" userId="S::kd22oa@brocku.ca::ab2f8784-fbd7-4759-8a40-41d317901283" providerId="AD" clId="Web-{6B5C10BE-CD33-3909-EF2A-F72C2B170609}" dt="2026-04-20T03:14:29.516" v="366"/>
        <pc:sldMkLst>
          <pc:docMk/>
          <pc:sldMk cId="0" sldId="260"/>
        </pc:sldMkLst>
        <pc:spChg chg="mod">
          <ac:chgData name="Krisha Pareshbhai Desai" userId="S::kd22oa@brocku.ca::ab2f8784-fbd7-4759-8a40-41d317901283" providerId="AD" clId="Web-{6B5C10BE-CD33-3909-EF2A-F72C2B170609}" dt="2026-04-20T02:52:21.745" v="18" actId="1076"/>
          <ac:spMkLst>
            <pc:docMk/>
            <pc:sldMk cId="0" sldId="260"/>
            <ac:spMk id="12" creationId="{00000000-0000-0000-0000-000000000000}"/>
          </ac:spMkLst>
        </pc:spChg>
        <pc:spChg chg="mod">
          <ac:chgData name="Krisha Pareshbhai Desai" userId="S::kd22oa@brocku.ca::ab2f8784-fbd7-4759-8a40-41d317901283" providerId="AD" clId="Web-{6B5C10BE-CD33-3909-EF2A-F72C2B170609}" dt="2026-04-20T02:52:04.042" v="13" actId="1076"/>
          <ac:spMkLst>
            <pc:docMk/>
            <pc:sldMk cId="0" sldId="260"/>
            <ac:spMk id="13" creationId="{00000000-0000-0000-0000-000000000000}"/>
          </ac:spMkLst>
        </pc:spChg>
        <pc:spChg chg="mod">
          <ac:chgData name="Krisha Pareshbhai Desai" userId="S::kd22oa@brocku.ca::ab2f8784-fbd7-4759-8a40-41d317901283" providerId="AD" clId="Web-{6B5C10BE-CD33-3909-EF2A-F72C2B170609}" dt="2026-04-20T02:52:36.949" v="20" actId="1076"/>
          <ac:spMkLst>
            <pc:docMk/>
            <pc:sldMk cId="0" sldId="260"/>
            <ac:spMk id="15" creationId="{00000000-0000-0000-0000-000000000000}"/>
          </ac:spMkLst>
        </pc:spChg>
        <pc:spChg chg="mod">
          <ac:chgData name="Krisha Pareshbhai Desai" userId="S::kd22oa@brocku.ca::ab2f8784-fbd7-4759-8a40-41d317901283" providerId="AD" clId="Web-{6B5C10BE-CD33-3909-EF2A-F72C2B170609}" dt="2026-04-20T02:52:54.512" v="25" actId="1076"/>
          <ac:spMkLst>
            <pc:docMk/>
            <pc:sldMk cId="0" sldId="260"/>
            <ac:spMk id="17" creationId="{00000000-0000-0000-0000-000000000000}"/>
          </ac:spMkLst>
        </pc:spChg>
        <pc:spChg chg="mod">
          <ac:chgData name="Krisha Pareshbhai Desai" userId="S::kd22oa@brocku.ca::ab2f8784-fbd7-4759-8a40-41d317901283" providerId="AD" clId="Web-{6B5C10BE-CD33-3909-EF2A-F72C2B170609}" dt="2026-04-20T02:53:04.137" v="28" actId="1076"/>
          <ac:spMkLst>
            <pc:docMk/>
            <pc:sldMk cId="0" sldId="260"/>
            <ac:spMk id="18" creationId="{00000000-0000-0000-0000-000000000000}"/>
          </ac:spMkLst>
        </pc:spChg>
        <pc:picChg chg="mod">
          <ac:chgData name="Krisha Pareshbhai Desai" userId="S::kd22oa@brocku.ca::ab2f8784-fbd7-4759-8a40-41d317901283" providerId="AD" clId="Web-{6B5C10BE-CD33-3909-EF2A-F72C2B170609}" dt="2026-04-20T02:52:13.120" v="16" actId="1076"/>
          <ac:picMkLst>
            <pc:docMk/>
            <pc:sldMk cId="0" sldId="260"/>
            <ac:picMk id="11" creationId="{00000000-0000-0000-0000-000000000000}"/>
          </ac:picMkLst>
        </pc:picChg>
        <pc:picChg chg="mod">
          <ac:chgData name="Krisha Pareshbhai Desai" userId="S::kd22oa@brocku.ca::ab2f8784-fbd7-4759-8a40-41d317901283" providerId="AD" clId="Web-{6B5C10BE-CD33-3909-EF2A-F72C2B170609}" dt="2026-04-20T02:52:43.418" v="21" actId="1076"/>
          <ac:picMkLst>
            <pc:docMk/>
            <pc:sldMk cId="0" sldId="260"/>
            <ac:picMk id="14" creationId="{00000000-0000-0000-0000-000000000000}"/>
          </ac:picMkLst>
        </pc:picChg>
      </pc:sldChg>
      <pc:sldChg chg="modTransition">
        <pc:chgData name="Krisha Pareshbhai Desai" userId="S::kd22oa@brocku.ca::ab2f8784-fbd7-4759-8a40-41d317901283" providerId="AD" clId="Web-{6B5C10BE-CD33-3909-EF2A-F72C2B170609}" dt="2026-04-20T03:14:29.516" v="366"/>
        <pc:sldMkLst>
          <pc:docMk/>
          <pc:sldMk cId="0" sldId="261"/>
        </pc:sldMkLst>
      </pc:sldChg>
      <pc:sldChg chg="modTransition">
        <pc:chgData name="Krisha Pareshbhai Desai" userId="S::kd22oa@brocku.ca::ab2f8784-fbd7-4759-8a40-41d317901283" providerId="AD" clId="Web-{6B5C10BE-CD33-3909-EF2A-F72C2B170609}" dt="2026-04-20T03:14:29.516" v="366"/>
        <pc:sldMkLst>
          <pc:docMk/>
          <pc:sldMk cId="0" sldId="262"/>
        </pc:sldMkLst>
      </pc:sldChg>
      <pc:sldChg chg="modTransition">
        <pc:chgData name="Krisha Pareshbhai Desai" userId="S::kd22oa@brocku.ca::ab2f8784-fbd7-4759-8a40-41d317901283" providerId="AD" clId="Web-{6B5C10BE-CD33-3909-EF2A-F72C2B170609}" dt="2026-04-20T03:14:29.516" v="366"/>
        <pc:sldMkLst>
          <pc:docMk/>
          <pc:sldMk cId="0" sldId="263"/>
        </pc:sldMkLst>
      </pc:sldChg>
      <pc:sldChg chg="addSp delSp modSp modTransition">
        <pc:chgData name="Krisha Pareshbhai Desai" userId="S::kd22oa@brocku.ca::ab2f8784-fbd7-4759-8a40-41d317901283" providerId="AD" clId="Web-{6B5C10BE-CD33-3909-EF2A-F72C2B170609}" dt="2026-04-20T03:14:29.516" v="366"/>
        <pc:sldMkLst>
          <pc:docMk/>
          <pc:sldMk cId="0" sldId="264"/>
        </pc:sldMkLst>
        <pc:spChg chg="mod">
          <ac:chgData name="Krisha Pareshbhai Desai" userId="S::kd22oa@brocku.ca::ab2f8784-fbd7-4759-8a40-41d317901283" providerId="AD" clId="Web-{6B5C10BE-CD33-3909-EF2A-F72C2B170609}" dt="2026-04-20T02:58:42.686" v="132" actId="20577"/>
          <ac:spMkLst>
            <pc:docMk/>
            <pc:sldMk cId="0" sldId="264"/>
            <ac:spMk id="12" creationId="{00000000-0000-0000-0000-000000000000}"/>
          </ac:spMkLst>
        </pc:spChg>
        <pc:spChg chg="mod">
          <ac:chgData name="Krisha Pareshbhai Desai" userId="S::kd22oa@brocku.ca::ab2f8784-fbd7-4759-8a40-41d317901283" providerId="AD" clId="Web-{6B5C10BE-CD33-3909-EF2A-F72C2B170609}" dt="2026-04-20T02:57:01.248" v="97" actId="20577"/>
          <ac:spMkLst>
            <pc:docMk/>
            <pc:sldMk cId="0" sldId="264"/>
            <ac:spMk id="16" creationId="{00000000-0000-0000-0000-000000000000}"/>
          </ac:spMkLst>
        </pc:spChg>
        <pc:spChg chg="mod">
          <ac:chgData name="Krisha Pareshbhai Desai" userId="S::kd22oa@brocku.ca::ab2f8784-fbd7-4759-8a40-41d317901283" providerId="AD" clId="Web-{6B5C10BE-CD33-3909-EF2A-F72C2B170609}" dt="2026-04-20T02:59:27.905" v="189" actId="20577"/>
          <ac:spMkLst>
            <pc:docMk/>
            <pc:sldMk cId="0" sldId="264"/>
            <ac:spMk id="17" creationId="{00000000-0000-0000-0000-000000000000}"/>
          </ac:spMkLst>
        </pc:spChg>
        <pc:spChg chg="mod">
          <ac:chgData name="Krisha Pareshbhai Desai" userId="S::kd22oa@brocku.ca::ab2f8784-fbd7-4759-8a40-41d317901283" providerId="AD" clId="Web-{6B5C10BE-CD33-3909-EF2A-F72C2B170609}" dt="2026-04-20T02:56:39.514" v="84" actId="1076"/>
          <ac:spMkLst>
            <pc:docMk/>
            <pc:sldMk cId="0" sldId="264"/>
            <ac:spMk id="21" creationId="{00000000-0000-0000-0000-000000000000}"/>
          </ac:spMkLst>
        </pc:spChg>
        <pc:spChg chg="mod">
          <ac:chgData name="Krisha Pareshbhai Desai" userId="S::kd22oa@brocku.ca::ab2f8784-fbd7-4759-8a40-41d317901283" providerId="AD" clId="Web-{6B5C10BE-CD33-3909-EF2A-F72C2B170609}" dt="2026-04-20T03:00:37.109" v="245" actId="20577"/>
          <ac:spMkLst>
            <pc:docMk/>
            <pc:sldMk cId="0" sldId="264"/>
            <ac:spMk id="22" creationId="{00000000-0000-0000-0000-000000000000}"/>
          </ac:spMkLst>
        </pc:spChg>
        <pc:spChg chg="add del">
          <ac:chgData name="Krisha Pareshbhai Desai" userId="S::kd22oa@brocku.ca::ab2f8784-fbd7-4759-8a40-41d317901283" providerId="AD" clId="Web-{6B5C10BE-CD33-3909-EF2A-F72C2B170609}" dt="2026-04-20T02:56:17.998" v="80"/>
          <ac:spMkLst>
            <pc:docMk/>
            <pc:sldMk cId="0" sldId="264"/>
            <ac:spMk id="26" creationId="{00000000-0000-0000-0000-000000000000}"/>
          </ac:spMkLst>
        </pc:spChg>
        <pc:spChg chg="mod">
          <ac:chgData name="Krisha Pareshbhai Desai" userId="S::kd22oa@brocku.ca::ab2f8784-fbd7-4759-8a40-41d317901283" providerId="AD" clId="Web-{6B5C10BE-CD33-3909-EF2A-F72C2B170609}" dt="2026-04-20T03:02:03.765" v="282" actId="20577"/>
          <ac:spMkLst>
            <pc:docMk/>
            <pc:sldMk cId="0" sldId="264"/>
            <ac:spMk id="27" creationId="{00000000-0000-0000-0000-000000000000}"/>
          </ac:spMkLst>
        </pc:spChg>
        <pc:spChg chg="mod">
          <ac:chgData name="Krisha Pareshbhai Desai" userId="S::kd22oa@brocku.ca::ab2f8784-fbd7-4759-8a40-41d317901283" providerId="AD" clId="Web-{6B5C10BE-CD33-3909-EF2A-F72C2B170609}" dt="2026-04-20T02:55:47.670" v="71" actId="20577"/>
          <ac:spMkLst>
            <pc:docMk/>
            <pc:sldMk cId="0" sldId="264"/>
            <ac:spMk id="31" creationId="{00000000-0000-0000-0000-000000000000}"/>
          </ac:spMkLst>
        </pc:spChg>
        <pc:spChg chg="add mod">
          <ac:chgData name="Krisha Pareshbhai Desai" userId="S::kd22oa@brocku.ca::ab2f8784-fbd7-4759-8a40-41d317901283" providerId="AD" clId="Web-{6B5C10BE-CD33-3909-EF2A-F72C2B170609}" dt="2026-04-20T02:55:01.654" v="47" actId="20577"/>
          <ac:spMkLst>
            <pc:docMk/>
            <pc:sldMk cId="0" sldId="264"/>
            <ac:spMk id="41" creationId="{C5BD9EAD-8E1C-ABD1-EDF6-4434B9331BD9}"/>
          </ac:spMkLst>
        </pc:spChg>
      </pc:sldChg>
      <pc:sldChg chg="modSp modTransition">
        <pc:chgData name="Krisha Pareshbhai Desai" userId="S::kd22oa@brocku.ca::ab2f8784-fbd7-4759-8a40-41d317901283" providerId="AD" clId="Web-{6B5C10BE-CD33-3909-EF2A-F72C2B170609}" dt="2026-04-20T03:14:29.516" v="366"/>
        <pc:sldMkLst>
          <pc:docMk/>
          <pc:sldMk cId="0" sldId="265"/>
        </pc:sldMkLst>
        <pc:spChg chg="mod">
          <ac:chgData name="Krisha Pareshbhai Desai" userId="S::kd22oa@brocku.ca::ab2f8784-fbd7-4759-8a40-41d317901283" providerId="AD" clId="Web-{6B5C10BE-CD33-3909-EF2A-F72C2B170609}" dt="2026-04-20T03:02:53.594" v="283" actId="1076"/>
          <ac:spMkLst>
            <pc:docMk/>
            <pc:sldMk cId="0" sldId="265"/>
            <ac:spMk id="5" creationId="{00000000-0000-0000-0000-000000000000}"/>
          </ac:spMkLst>
        </pc:spChg>
        <pc:spChg chg="mod">
          <ac:chgData name="Krisha Pareshbhai Desai" userId="S::kd22oa@brocku.ca::ab2f8784-fbd7-4759-8a40-41d317901283" providerId="AD" clId="Web-{6B5C10BE-CD33-3909-EF2A-F72C2B170609}" dt="2026-04-20T03:05:32.016" v="308" actId="20577"/>
          <ac:spMkLst>
            <pc:docMk/>
            <pc:sldMk cId="0" sldId="265"/>
            <ac:spMk id="19" creationId="{00000000-0000-0000-0000-000000000000}"/>
          </ac:spMkLst>
        </pc:spChg>
        <pc:spChg chg="mod">
          <ac:chgData name="Krisha Pareshbhai Desai" userId="S::kd22oa@brocku.ca::ab2f8784-fbd7-4759-8a40-41d317901283" providerId="AD" clId="Web-{6B5C10BE-CD33-3909-EF2A-F72C2B170609}" dt="2026-04-20T03:07:59.504" v="309" actId="1076"/>
          <ac:spMkLst>
            <pc:docMk/>
            <pc:sldMk cId="0" sldId="265"/>
            <ac:spMk id="20" creationId="{00000000-0000-0000-0000-000000000000}"/>
          </ac:spMkLst>
        </pc:spChg>
        <pc:spChg chg="mod">
          <ac:chgData name="Krisha Pareshbhai Desai" userId="S::kd22oa@brocku.ca::ab2f8784-fbd7-4759-8a40-41d317901283" providerId="AD" clId="Web-{6B5C10BE-CD33-3909-EF2A-F72C2B170609}" dt="2026-04-20T03:10:29.448" v="322" actId="20577"/>
          <ac:spMkLst>
            <pc:docMk/>
            <pc:sldMk cId="0" sldId="265"/>
            <ac:spMk id="23" creationId="{00000000-0000-0000-0000-000000000000}"/>
          </ac:spMkLst>
        </pc:spChg>
        <pc:spChg chg="mod">
          <ac:chgData name="Krisha Pareshbhai Desai" userId="S::kd22oa@brocku.ca::ab2f8784-fbd7-4759-8a40-41d317901283" providerId="AD" clId="Web-{6B5C10BE-CD33-3909-EF2A-F72C2B170609}" dt="2026-04-20T03:11:16.278" v="343" actId="20577"/>
          <ac:spMkLst>
            <pc:docMk/>
            <pc:sldMk cId="0" sldId="265"/>
            <ac:spMk id="24" creationId="{00000000-0000-0000-0000-000000000000}"/>
          </ac:spMkLst>
        </pc:spChg>
      </pc:sldChg>
      <pc:sldChg chg="modTransition">
        <pc:chgData name="Krisha Pareshbhai Desai" userId="S::kd22oa@brocku.ca::ab2f8784-fbd7-4759-8a40-41d317901283" providerId="AD" clId="Web-{6B5C10BE-CD33-3909-EF2A-F72C2B170609}" dt="2026-04-20T03:14:29.516" v="366"/>
        <pc:sldMkLst>
          <pc:docMk/>
          <pc:sldMk cId="0" sldId="266"/>
        </pc:sldMkLst>
      </pc:sldChg>
      <pc:sldChg chg="modSp modTransition">
        <pc:chgData name="Krisha Pareshbhai Desai" userId="S::kd22oa@brocku.ca::ab2f8784-fbd7-4759-8a40-41d317901283" providerId="AD" clId="Web-{6B5C10BE-CD33-3909-EF2A-F72C2B170609}" dt="2026-04-20T03:14:29.516" v="366"/>
        <pc:sldMkLst>
          <pc:docMk/>
          <pc:sldMk cId="0" sldId="267"/>
        </pc:sldMkLst>
        <pc:spChg chg="mod">
          <ac:chgData name="Krisha Pareshbhai Desai" userId="S::kd22oa@brocku.ca::ab2f8784-fbd7-4759-8a40-41d317901283" providerId="AD" clId="Web-{6B5C10BE-CD33-3909-EF2A-F72C2B170609}" dt="2026-04-20T03:13:52.202" v="361" actId="20577"/>
          <ac:spMkLst>
            <pc:docMk/>
            <pc:sldMk cId="0" sldId="267"/>
            <ac:spMk id="11" creationId="{00000000-0000-0000-0000-000000000000}"/>
          </ac:spMkLst>
        </pc:spChg>
        <pc:spChg chg="mod">
          <ac:chgData name="Krisha Pareshbhai Desai" userId="S::kd22oa@brocku.ca::ab2f8784-fbd7-4759-8a40-41d317901283" providerId="AD" clId="Web-{6B5C10BE-CD33-3909-EF2A-F72C2B170609}" dt="2026-04-20T03:13:40.640" v="351" actId="20577"/>
          <ac:spMkLst>
            <pc:docMk/>
            <pc:sldMk cId="0" sldId="267"/>
            <ac:spMk id="15" creationId="{00000000-0000-0000-0000-000000000000}"/>
          </ac:spMkLst>
        </pc:spChg>
        <pc:spChg chg="mod">
          <ac:chgData name="Krisha Pareshbhai Desai" userId="S::kd22oa@brocku.ca::ab2f8784-fbd7-4759-8a40-41d317901283" providerId="AD" clId="Web-{6B5C10BE-CD33-3909-EF2A-F72C2B170609}" dt="2026-04-20T03:13:56.687" v="364" actId="20577"/>
          <ac:spMkLst>
            <pc:docMk/>
            <pc:sldMk cId="0" sldId="267"/>
            <ac:spMk id="16" creationId="{00000000-0000-0000-0000-000000000000}"/>
          </ac:spMkLst>
        </pc:spChg>
      </pc:sldChg>
      <pc:sldChg chg="modTransition">
        <pc:chgData name="Krisha Pareshbhai Desai" userId="S::kd22oa@brocku.ca::ab2f8784-fbd7-4759-8a40-41d317901283" providerId="AD" clId="Web-{6B5C10BE-CD33-3909-EF2A-F72C2B170609}" dt="2026-04-20T03:14:29.516" v="366"/>
        <pc:sldMkLst>
          <pc:docMk/>
          <pc:sldMk cId="0" sldId="268"/>
        </pc:sldMkLst>
      </pc:sldChg>
      <pc:sldChg chg="modTransition">
        <pc:chgData name="Krisha Pareshbhai Desai" userId="S::kd22oa@brocku.ca::ab2f8784-fbd7-4759-8a40-41d317901283" providerId="AD" clId="Web-{6B5C10BE-CD33-3909-EF2A-F72C2B170609}" dt="2026-04-20T03:14:29.516" v="366"/>
        <pc:sldMkLst>
          <pc:docMk/>
          <pc:sldMk cId="385898095" sldId="269"/>
        </pc:sldMkLst>
      </pc:sldChg>
      <pc:sldMasterChg chg="modTransition modSldLayout">
        <pc:chgData name="Krisha Pareshbhai Desai" userId="S::kd22oa@brocku.ca::ab2f8784-fbd7-4759-8a40-41d317901283" providerId="AD" clId="Web-{6B5C10BE-CD33-3909-EF2A-F72C2B170609}" dt="2026-04-20T03:14:29.516" v="366"/>
        <pc:sldMasterMkLst>
          <pc:docMk/>
          <pc:sldMasterMk cId="0" sldId="2147483648"/>
        </pc:sldMasterMkLst>
        <pc:sldLayoutChg chg="modTransition">
          <pc:chgData name="Krisha Pareshbhai Desai" userId="S::kd22oa@brocku.ca::ab2f8784-fbd7-4759-8a40-41d317901283" providerId="AD" clId="Web-{6B5C10BE-CD33-3909-EF2A-F72C2B170609}" dt="2026-04-20T03:14:29.516" v="366"/>
          <pc:sldLayoutMkLst>
            <pc:docMk/>
            <pc:sldMasterMk cId="0" sldId="2147483648"/>
            <pc:sldLayoutMk cId="0" sldId="2147483649"/>
          </pc:sldLayoutMkLst>
        </pc:sldLayoutChg>
      </pc:sldMasterChg>
    </pc:docChg>
  </pc:docChgLst>
  <pc:docChgLst>
    <pc:chgData name="Krisha Pareshbhai Desai" userId="S::kd22oa@brocku.ca::ab2f8784-fbd7-4759-8a40-41d317901283" providerId="AD" clId="Web-{A1BCCF27-9CE3-713B-100C-7FD8F1C1C66A}"/>
    <pc:docChg chg="modSld sldOrd">
      <pc:chgData name="Krisha Pareshbhai Desai" userId="S::kd22oa@brocku.ca::ab2f8784-fbd7-4759-8a40-41d317901283" providerId="AD" clId="Web-{A1BCCF27-9CE3-713B-100C-7FD8F1C1C66A}" dt="2026-04-20T19:19:35.259" v="63" actId="1076"/>
      <pc:docMkLst>
        <pc:docMk/>
      </pc:docMkLst>
      <pc:sldChg chg="addSp delSp modSp ord">
        <pc:chgData name="Krisha Pareshbhai Desai" userId="S::kd22oa@brocku.ca::ab2f8784-fbd7-4759-8a40-41d317901283" providerId="AD" clId="Web-{A1BCCF27-9CE3-713B-100C-7FD8F1C1C66A}" dt="2026-04-20T19:19:35.259" v="63" actId="1076"/>
        <pc:sldMkLst>
          <pc:docMk/>
          <pc:sldMk cId="385898095" sldId="269"/>
        </pc:sldMkLst>
        <pc:spChg chg="del">
          <ac:chgData name="Krisha Pareshbhai Desai" userId="S::kd22oa@brocku.ca::ab2f8784-fbd7-4759-8a40-41d317901283" providerId="AD" clId="Web-{A1BCCF27-9CE3-713B-100C-7FD8F1C1C66A}" dt="2026-04-20T19:14:10.055" v="2"/>
          <ac:spMkLst>
            <pc:docMk/>
            <pc:sldMk cId="385898095" sldId="269"/>
            <ac:spMk id="2" creationId="{00000000-0000-0000-0000-000000000000}"/>
          </ac:spMkLst>
        </pc:spChg>
        <pc:spChg chg="del">
          <ac:chgData name="Krisha Pareshbhai Desai" userId="S::kd22oa@brocku.ca::ab2f8784-fbd7-4759-8a40-41d317901283" providerId="AD" clId="Web-{A1BCCF27-9CE3-713B-100C-7FD8F1C1C66A}" dt="2026-04-20T19:14:15.259" v="4"/>
          <ac:spMkLst>
            <pc:docMk/>
            <pc:sldMk cId="385898095" sldId="269"/>
            <ac:spMk id="3" creationId="{00000000-0000-0000-0000-000000000000}"/>
          </ac:spMkLst>
        </pc:spChg>
        <pc:spChg chg="del">
          <ac:chgData name="Krisha Pareshbhai Desai" userId="S::kd22oa@brocku.ca::ab2f8784-fbd7-4759-8a40-41d317901283" providerId="AD" clId="Web-{A1BCCF27-9CE3-713B-100C-7FD8F1C1C66A}" dt="2026-04-20T19:16:02.915" v="35"/>
          <ac:spMkLst>
            <pc:docMk/>
            <pc:sldMk cId="385898095" sldId="269"/>
            <ac:spMk id="6" creationId="{00000000-0000-0000-0000-000000000000}"/>
          </ac:spMkLst>
        </pc:spChg>
        <pc:spChg chg="del mod">
          <ac:chgData name="Krisha Pareshbhai Desai" userId="S::kd22oa@brocku.ca::ab2f8784-fbd7-4759-8a40-41d317901283" providerId="AD" clId="Web-{A1BCCF27-9CE3-713B-100C-7FD8F1C1C66A}" dt="2026-04-20T19:16:04.915" v="36"/>
          <ac:spMkLst>
            <pc:docMk/>
            <pc:sldMk cId="385898095" sldId="269"/>
            <ac:spMk id="8" creationId="{00000000-0000-0000-0000-000000000000}"/>
          </ac:spMkLst>
        </pc:spChg>
        <pc:spChg chg="add del mod">
          <ac:chgData name="Krisha Pareshbhai Desai" userId="S::kd22oa@brocku.ca::ab2f8784-fbd7-4759-8a40-41d317901283" providerId="AD" clId="Web-{A1BCCF27-9CE3-713B-100C-7FD8F1C1C66A}" dt="2026-04-20T19:14:34.509" v="8"/>
          <ac:spMkLst>
            <pc:docMk/>
            <pc:sldMk cId="385898095" sldId="269"/>
            <ac:spMk id="60" creationId="{03AA6B75-8374-5D26-B254-95C2673E5608}"/>
          </ac:spMkLst>
        </pc:spChg>
        <pc:spChg chg="add del mod">
          <ac:chgData name="Krisha Pareshbhai Desai" userId="S::kd22oa@brocku.ca::ab2f8784-fbd7-4759-8a40-41d317901283" providerId="AD" clId="Web-{A1BCCF27-9CE3-713B-100C-7FD8F1C1C66A}" dt="2026-04-20T19:17:24.024" v="39"/>
          <ac:spMkLst>
            <pc:docMk/>
            <pc:sldMk cId="385898095" sldId="269"/>
            <ac:spMk id="61" creationId="{424B915D-D03F-C662-6A30-8954F4CBDBC3}"/>
          </ac:spMkLst>
        </pc:spChg>
        <pc:spChg chg="add mod">
          <ac:chgData name="Krisha Pareshbhai Desai" userId="S::kd22oa@brocku.ca::ab2f8784-fbd7-4759-8a40-41d317901283" providerId="AD" clId="Web-{A1BCCF27-9CE3-713B-100C-7FD8F1C1C66A}" dt="2026-04-20T19:19:35.259" v="63" actId="1076"/>
          <ac:spMkLst>
            <pc:docMk/>
            <pc:sldMk cId="385898095" sldId="269"/>
            <ac:spMk id="62" creationId="{1F2B3777-14C3-44FA-4825-EFAD7D82B90C}"/>
          </ac:spMkLst>
        </pc:spChg>
        <pc:picChg chg="del">
          <ac:chgData name="Krisha Pareshbhai Desai" userId="S::kd22oa@brocku.ca::ab2f8784-fbd7-4759-8a40-41d317901283" providerId="AD" clId="Web-{A1BCCF27-9CE3-713B-100C-7FD8F1C1C66A}" dt="2026-04-20T19:14:13.571" v="3"/>
          <ac:picMkLst>
            <pc:docMk/>
            <pc:sldMk cId="385898095" sldId="269"/>
            <ac:picMk id="4" creationId="{00000000-0000-0000-0000-000000000000}"/>
          </ac:picMkLst>
        </pc:picChg>
        <pc:picChg chg="del">
          <ac:chgData name="Krisha Pareshbhai Desai" userId="S::kd22oa@brocku.ca::ab2f8784-fbd7-4759-8a40-41d317901283" providerId="AD" clId="Web-{A1BCCF27-9CE3-713B-100C-7FD8F1C1C66A}" dt="2026-04-20T19:15:56.337" v="28"/>
          <ac:picMkLst>
            <pc:docMk/>
            <pc:sldMk cId="385898095" sldId="269"/>
            <ac:picMk id="7" creationId="{00000000-0000-0000-0000-000000000000}"/>
          </ac:picMkLst>
        </pc:picChg>
        <pc:picChg chg="mod">
          <ac:chgData name="Krisha Pareshbhai Desai" userId="S::kd22oa@brocku.ca::ab2f8784-fbd7-4759-8a40-41d317901283" providerId="AD" clId="Web-{A1BCCF27-9CE3-713B-100C-7FD8F1C1C66A}" dt="2026-04-20T19:17:40.649" v="43" actId="1076"/>
          <ac:picMkLst>
            <pc:docMk/>
            <pc:sldMk cId="385898095" sldId="269"/>
            <ac:picMk id="10" creationId="{00000000-0000-0000-0000-000000000000}"/>
          </ac:picMkLst>
        </pc:picChg>
      </pc:sldChg>
    </pc:docChg>
  </pc:docChgLst>
  <pc:docChgLst>
    <pc:chgData name="Krisha Pareshbhai Desai" userId="S::kd22oa@brocku.ca::ab2f8784-fbd7-4759-8a40-41d317901283" providerId="AD" clId="Web-{5606A4F9-0E6A-8898-0DA2-92BFD1A85F5D}"/>
    <pc:docChg chg="modSld">
      <pc:chgData name="Krisha Pareshbhai Desai" userId="S::kd22oa@brocku.ca::ab2f8784-fbd7-4759-8a40-41d317901283" providerId="AD" clId="Web-{5606A4F9-0E6A-8898-0DA2-92BFD1A85F5D}" dt="2026-04-20T19:54:19.583" v="44" actId="20577"/>
      <pc:docMkLst>
        <pc:docMk/>
      </pc:docMkLst>
      <pc:sldChg chg="delSp modSp">
        <pc:chgData name="Krisha Pareshbhai Desai" userId="S::kd22oa@brocku.ca::ab2f8784-fbd7-4759-8a40-41d317901283" providerId="AD" clId="Web-{5606A4F9-0E6A-8898-0DA2-92BFD1A85F5D}" dt="2026-04-20T19:54:19.583" v="44" actId="20577"/>
        <pc:sldMkLst>
          <pc:docMk/>
          <pc:sldMk cId="0" sldId="266"/>
        </pc:sldMkLst>
        <pc:spChg chg="mod">
          <ac:chgData name="Krisha Pareshbhai Desai" userId="S::kd22oa@brocku.ca::ab2f8784-fbd7-4759-8a40-41d317901283" providerId="AD" clId="Web-{5606A4F9-0E6A-8898-0DA2-92BFD1A85F5D}" dt="2026-04-20T19:48:34.535" v="1" actId="1076"/>
          <ac:spMkLst>
            <pc:docMk/>
            <pc:sldMk cId="0" sldId="266"/>
            <ac:spMk id="8" creationId="{00000000-0000-0000-0000-000000000000}"/>
          </ac:spMkLst>
        </pc:spChg>
        <pc:spChg chg="mod">
          <ac:chgData name="Krisha Pareshbhai Desai" userId="S::kd22oa@brocku.ca::ab2f8784-fbd7-4759-8a40-41d317901283" providerId="AD" clId="Web-{5606A4F9-0E6A-8898-0DA2-92BFD1A85F5D}" dt="2026-04-20T19:49:00.301" v="11" actId="20577"/>
          <ac:spMkLst>
            <pc:docMk/>
            <pc:sldMk cId="0" sldId="266"/>
            <ac:spMk id="9" creationId="{00000000-0000-0000-0000-000000000000}"/>
          </ac:spMkLst>
        </pc:spChg>
        <pc:spChg chg="mod">
          <ac:chgData name="Krisha Pareshbhai Desai" userId="S::kd22oa@brocku.ca::ab2f8784-fbd7-4759-8a40-41d317901283" providerId="AD" clId="Web-{5606A4F9-0E6A-8898-0DA2-92BFD1A85F5D}" dt="2026-04-20T19:53:29.739" v="38" actId="20577"/>
          <ac:spMkLst>
            <pc:docMk/>
            <pc:sldMk cId="0" sldId="266"/>
            <ac:spMk id="11" creationId="{00000000-0000-0000-0000-000000000000}"/>
          </ac:spMkLst>
        </pc:spChg>
        <pc:spChg chg="mod">
          <ac:chgData name="Krisha Pareshbhai Desai" userId="S::kd22oa@brocku.ca::ab2f8784-fbd7-4759-8a40-41d317901283" providerId="AD" clId="Web-{5606A4F9-0E6A-8898-0DA2-92BFD1A85F5D}" dt="2026-04-20T19:49:06.426" v="12" actId="20577"/>
          <ac:spMkLst>
            <pc:docMk/>
            <pc:sldMk cId="0" sldId="266"/>
            <ac:spMk id="12" creationId="{00000000-0000-0000-0000-000000000000}"/>
          </ac:spMkLst>
        </pc:spChg>
        <pc:spChg chg="mod">
          <ac:chgData name="Krisha Pareshbhai Desai" userId="S::kd22oa@brocku.ca::ab2f8784-fbd7-4759-8a40-41d317901283" providerId="AD" clId="Web-{5606A4F9-0E6A-8898-0DA2-92BFD1A85F5D}" dt="2026-04-20T19:53:46.067" v="40" actId="20577"/>
          <ac:spMkLst>
            <pc:docMk/>
            <pc:sldMk cId="0" sldId="266"/>
            <ac:spMk id="14" creationId="{00000000-0000-0000-0000-000000000000}"/>
          </ac:spMkLst>
        </pc:spChg>
        <pc:spChg chg="mod">
          <ac:chgData name="Krisha Pareshbhai Desai" userId="S::kd22oa@brocku.ca::ab2f8784-fbd7-4759-8a40-41d317901283" providerId="AD" clId="Web-{5606A4F9-0E6A-8898-0DA2-92BFD1A85F5D}" dt="2026-04-20T19:49:41.691" v="14" actId="20577"/>
          <ac:spMkLst>
            <pc:docMk/>
            <pc:sldMk cId="0" sldId="266"/>
            <ac:spMk id="16" creationId="{00000000-0000-0000-0000-000000000000}"/>
          </ac:spMkLst>
        </pc:spChg>
        <pc:spChg chg="mod">
          <ac:chgData name="Krisha Pareshbhai Desai" userId="S::kd22oa@brocku.ca::ab2f8784-fbd7-4759-8a40-41d317901283" providerId="AD" clId="Web-{5606A4F9-0E6A-8898-0DA2-92BFD1A85F5D}" dt="2026-04-20T19:54:03.427" v="42" actId="20577"/>
          <ac:spMkLst>
            <pc:docMk/>
            <pc:sldMk cId="0" sldId="266"/>
            <ac:spMk id="18" creationId="{00000000-0000-0000-0000-000000000000}"/>
          </ac:spMkLst>
        </pc:spChg>
        <pc:spChg chg="mod">
          <ac:chgData name="Krisha Pareshbhai Desai" userId="S::kd22oa@brocku.ca::ab2f8784-fbd7-4759-8a40-41d317901283" providerId="AD" clId="Web-{5606A4F9-0E6A-8898-0DA2-92BFD1A85F5D}" dt="2026-04-20T19:49:45.707" v="15" actId="20577"/>
          <ac:spMkLst>
            <pc:docMk/>
            <pc:sldMk cId="0" sldId="266"/>
            <ac:spMk id="19" creationId="{00000000-0000-0000-0000-000000000000}"/>
          </ac:spMkLst>
        </pc:spChg>
        <pc:spChg chg="mod">
          <ac:chgData name="Krisha Pareshbhai Desai" userId="S::kd22oa@brocku.ca::ab2f8784-fbd7-4759-8a40-41d317901283" providerId="AD" clId="Web-{5606A4F9-0E6A-8898-0DA2-92BFD1A85F5D}" dt="2026-04-20T19:54:19.583" v="44" actId="20577"/>
          <ac:spMkLst>
            <pc:docMk/>
            <pc:sldMk cId="0" sldId="266"/>
            <ac:spMk id="21" creationId="{00000000-0000-0000-0000-000000000000}"/>
          </ac:spMkLst>
        </pc:spChg>
        <pc:spChg chg="del">
          <ac:chgData name="Krisha Pareshbhai Desai" userId="S::kd22oa@brocku.ca::ab2f8784-fbd7-4759-8a40-41d317901283" providerId="AD" clId="Web-{5606A4F9-0E6A-8898-0DA2-92BFD1A85F5D}" dt="2026-04-20T19:49:50.457" v="16"/>
          <ac:spMkLst>
            <pc:docMk/>
            <pc:sldMk cId="0" sldId="266"/>
            <ac:spMk id="22" creationId="{00000000-0000-0000-0000-000000000000}"/>
          </ac:spMkLst>
        </pc:spChg>
        <pc:spChg chg="del">
          <ac:chgData name="Krisha Pareshbhai Desai" userId="S::kd22oa@brocku.ca::ab2f8784-fbd7-4759-8a40-41d317901283" providerId="AD" clId="Web-{5606A4F9-0E6A-8898-0DA2-92BFD1A85F5D}" dt="2026-04-20T19:49:53.504" v="17"/>
          <ac:spMkLst>
            <pc:docMk/>
            <pc:sldMk cId="0" sldId="266"/>
            <ac:spMk id="23" creationId="{00000000-0000-0000-0000-000000000000}"/>
          </ac:spMkLst>
        </pc:spChg>
        <pc:spChg chg="del">
          <ac:chgData name="Krisha Pareshbhai Desai" userId="S::kd22oa@brocku.ca::ab2f8784-fbd7-4759-8a40-41d317901283" providerId="AD" clId="Web-{5606A4F9-0E6A-8898-0DA2-92BFD1A85F5D}" dt="2026-04-20T19:50:15.332" v="24"/>
          <ac:spMkLst>
            <pc:docMk/>
            <pc:sldMk cId="0" sldId="266"/>
            <ac:spMk id="24" creationId="{00000000-0000-0000-0000-000000000000}"/>
          </ac:spMkLst>
        </pc:spChg>
        <pc:spChg chg="del mod">
          <ac:chgData name="Krisha Pareshbhai Desai" userId="S::kd22oa@brocku.ca::ab2f8784-fbd7-4759-8a40-41d317901283" providerId="AD" clId="Web-{5606A4F9-0E6A-8898-0DA2-92BFD1A85F5D}" dt="2026-04-20T19:50:05.395" v="21"/>
          <ac:spMkLst>
            <pc:docMk/>
            <pc:sldMk cId="0" sldId="266"/>
            <ac:spMk id="25" creationId="{00000000-0000-0000-0000-000000000000}"/>
          </ac:spMkLst>
        </pc:spChg>
        <pc:spChg chg="del mod">
          <ac:chgData name="Krisha Pareshbhai Desai" userId="S::kd22oa@brocku.ca::ab2f8784-fbd7-4759-8a40-41d317901283" providerId="AD" clId="Web-{5606A4F9-0E6A-8898-0DA2-92BFD1A85F5D}" dt="2026-04-20T19:49:57.863" v="19"/>
          <ac:spMkLst>
            <pc:docMk/>
            <pc:sldMk cId="0" sldId="266"/>
            <ac:spMk id="26" creationId="{00000000-0000-0000-0000-000000000000}"/>
          </ac:spMkLst>
        </pc:spChg>
        <pc:spChg chg="del">
          <ac:chgData name="Krisha Pareshbhai Desai" userId="S::kd22oa@brocku.ca::ab2f8784-fbd7-4759-8a40-41d317901283" providerId="AD" clId="Web-{5606A4F9-0E6A-8898-0DA2-92BFD1A85F5D}" dt="2026-04-20T19:50:13.363" v="23"/>
          <ac:spMkLst>
            <pc:docMk/>
            <pc:sldMk cId="0" sldId="266"/>
            <ac:spMk id="27" creationId="{00000000-0000-0000-0000-000000000000}"/>
          </ac:spMkLst>
        </pc:spChg>
        <pc:spChg chg="del">
          <ac:chgData name="Krisha Pareshbhai Desai" userId="S::kd22oa@brocku.ca::ab2f8784-fbd7-4759-8a40-41d317901283" providerId="AD" clId="Web-{5606A4F9-0E6A-8898-0DA2-92BFD1A85F5D}" dt="2026-04-20T19:50:09.879" v="22"/>
          <ac:spMkLst>
            <pc:docMk/>
            <pc:sldMk cId="0" sldId="266"/>
            <ac:spMk id="28" creationId="{00000000-0000-0000-0000-000000000000}"/>
          </ac:spMkLst>
        </pc:spChg>
      </pc:sldChg>
      <pc:sldChg chg="modSp">
        <pc:chgData name="Krisha Pareshbhai Desai" userId="S::kd22oa@brocku.ca::ab2f8784-fbd7-4759-8a40-41d317901283" providerId="AD" clId="Web-{5606A4F9-0E6A-8898-0DA2-92BFD1A85F5D}" dt="2026-04-20T19:52:19.535" v="33" actId="1076"/>
        <pc:sldMkLst>
          <pc:docMk/>
          <pc:sldMk cId="0" sldId="267"/>
        </pc:sldMkLst>
        <pc:picChg chg="mod">
          <ac:chgData name="Krisha Pareshbhai Desai" userId="S::kd22oa@brocku.ca::ab2f8784-fbd7-4759-8a40-41d317901283" providerId="AD" clId="Web-{5606A4F9-0E6A-8898-0DA2-92BFD1A85F5D}" dt="2026-04-20T19:52:19.535" v="33" actId="1076"/>
          <ac:picMkLst>
            <pc:docMk/>
            <pc:sldMk cId="0" sldId="267"/>
            <ac:picMk id="3" creationId="{00000000-0000-0000-0000-000000000000}"/>
          </ac:picMkLst>
        </pc:picChg>
      </pc:sldChg>
    </pc:docChg>
  </pc:docChgLst>
  <pc:docChgLst>
    <pc:chgData name="Brian Eyong Enoh" userId="S::be21jz@brocku.ca::f2eac11e-1f35-4d30-a82d-be71e848669f" providerId="AD" clId="Web-{56804531-D0C4-B12C-FD9D-8B318E6998E6}"/>
    <pc:docChg chg="addSld modSld sldOrd">
      <pc:chgData name="Brian Eyong Enoh" userId="S::be21jz@brocku.ca::f2eac11e-1f35-4d30-a82d-be71e848669f" providerId="AD" clId="Web-{56804531-D0C4-B12C-FD9D-8B318E6998E6}" dt="2026-04-20T02:56:20.991" v="2" actId="20577"/>
      <pc:docMkLst>
        <pc:docMk/>
      </pc:docMkLst>
      <pc:sldChg chg="modSp add ord">
        <pc:chgData name="Brian Eyong Enoh" userId="S::be21jz@brocku.ca::f2eac11e-1f35-4d30-a82d-be71e848669f" providerId="AD" clId="Web-{56804531-D0C4-B12C-FD9D-8B318E6998E6}" dt="2026-04-20T02:56:20.991" v="2" actId="20577"/>
        <pc:sldMkLst>
          <pc:docMk/>
          <pc:sldMk cId="385898095" sldId="269"/>
        </pc:sldMkLst>
        <pc:spChg chg="mod">
          <ac:chgData name="Brian Eyong Enoh" userId="S::be21jz@brocku.ca::f2eac11e-1f35-4d30-a82d-be71e848669f" providerId="AD" clId="Web-{56804531-D0C4-B12C-FD9D-8B318E6998E6}" dt="2026-04-20T02:56:20.991" v="2" actId="20577"/>
          <ac:spMkLst>
            <pc:docMk/>
            <pc:sldMk cId="385898095" sldId="26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F5739923-D4A1-4BE3-A932-A85E0C7540D9}" type="datetimeFigureOut">
              <a:t>4/20/2026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DC5F54BD-25CF-4861-A27C-B20F7781CC46}" type="slidenum">
              <a:t>‹#›</a:t>
            </a:fld>
            <a:endParaRPr lang="en-US"/>
          </a:p>
        </p:txBody>
      </p:sp>
    </p:spTree>
    <p:extLst>
      <p:ext uri="{BB962C8B-B14F-4D97-AF65-F5344CB8AC3E}">
        <p14:creationId xmlns:p14="http://schemas.microsoft.com/office/powerpoint/2010/main" val="902389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everyone. We are Group 6 and today we'll walk you through our airline website project. I'm [name], and with me are [names]. Over the next 15 minutes we'll cover our Stage 1 research, our personas, the Stage 2 design, what peer reviewers told us, and what we changed. Then we'll do a 5-minute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Here's our agenda. We'll keep Stages 1 and 2 brief so we have enough time on the peer feedback and the changes we made in response — that's the part graded most heavily at this stage. We'll finish with a live demo and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Stage 1 we studied three airline sites — Air Canada, Saudia, and Emirates — and ran a 46-person survey. The goal was to understand what real users want from a booking site and where existing ones fall short. Our main functional requirements came out of this research: a short, intuitive flow with clear feedback, accessibility baked in, and secure payment.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airline taught us something different. Air Canada is thorough but dense — you can feel the cognitive load on the results page. Saudia has a clean step-by-step structure but visually busy backgrounds. Emirates was the closest to what we wanted to build: clear hierarchy, progressive disclosure, and transparent fare comparison. Our big takeaway was the banner at the bottom: avoid overload, disclose progressively, and keep price visible throughout.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primary persona is Aisha — 22, a business student who books her own flights a few times a year. She's price-sensitive, books under time pressure, and is the user most likely to abandon if she gets overwhelmed. We chose her as primary because if the interface works for Aisha, it works for everyone. She needs speed, cost transparency, and no surprises.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Michael is our secondary persona — a 39-year-old marketing manager booking for a family of four. His needs are more complex: multiple passengers, seats together, clear baggage rules. We don't let those needs dominate the core design; instead, we use progressive disclosure so he can access them when he needs them, without cluttering the interface for Aisha.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the concrete goals we designed for. Aisha's column on the left drives the main flow — get in, compare, see the price, check out. Michael's column on the right adds features like multi-passenger input and seat coordination. The shared column on the right is what every user wants: a low-stress, trustworthy booking they can complete quickly.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are the six main decisions behind our Stage 2 prototype. Combining search and find-booking into one homepage module was our key innovation — it cuts clicks for both new and returning users. The always-visible progress indicator and persistent price summary directly address the cognitive-load problem we saw on Air Canada. Progressive disclosure came from Emirates. The real airplane seat layout and minimal promotional content round it out.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full user flow: six numbered steps from search to payment. The progress bar stays visible so users always know where they are. The price summary follows them down the right side. Seats and Extras are optional — users can skip them without losing progress. That's the important part: the flow never traps the user.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Stage 2 we got peer critiques that clustered into four themes. Visual design: the palette was too grey and hierarchy was weak. Navigation: no back button, and the progress steps weren't directly clickable. Missing features: no confirmation screen, no loyalty program. Responsiveness: layout didn't scale to smaller screens. We took all four seriously.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most important slide: feedback on the left, what we actually changed on the right. We rebuilt the color palette for better contrast. We added a persistent back button and made every progress-bar step clickable. We added a confirmation screen after payment. We made the trip-type toggle actually update the form. We rebuilt layouts with responsive breakpoints. And we added a Help Centre link plus a rewards preview. Six concrete changes tied directly to what reviewers told us.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That's the walkthrough. Now let's switch to the live demo. We'll start on the homepage, do a search, pick a flight, enter passenger info, choose seats, and finish at the confirmation screen. About five minutes, then we open it up for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you all. Happy to take any questions — about the research, the design choices, the changes we made, or anything you saw in the demo.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jpeg"/><Relationship Id="rId7" Type="http://schemas.openxmlformats.org/officeDocument/2006/relationships/image" Target="../media/image19.svg"/><Relationship Id="rId12" Type="http://schemas.openxmlformats.org/officeDocument/2006/relationships/image" Target="../media/image24.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svg"/><Relationship Id="rId11" Type="http://schemas.openxmlformats.org/officeDocument/2006/relationships/image" Target="../media/image23.svg"/><Relationship Id="rId5" Type="http://schemas.openxmlformats.org/officeDocument/2006/relationships/image" Target="../media/image17.sv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sv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12000"/>
          </a:blip>
          <a:stretch>
            <a:fillRect/>
          </a:stretch>
        </p:blipFill>
        <p:spPr>
          <a:xfrm>
            <a:off x="7772400" y="1371600"/>
            <a:ext cx="4572000" cy="4572000"/>
          </a:xfrm>
          <a:prstGeom prst="rect">
            <a:avLst/>
          </a:prstGeom>
        </p:spPr>
      </p:pic>
      <p:sp>
        <p:nvSpPr>
          <p:cNvPr id="3" name="Shape 0"/>
          <p:cNvSpPr/>
          <p:nvPr/>
        </p:nvSpPr>
        <p:spPr>
          <a:xfrm>
            <a:off x="731520" y="2011680"/>
            <a:ext cx="73152" cy="2560320"/>
          </a:xfrm>
          <a:prstGeom prst="rect">
            <a:avLst/>
          </a:prstGeom>
          <a:solidFill>
            <a:srgbClr val="F4A261"/>
          </a:solidFill>
          <a:ln w="12700">
            <a:solidFill>
              <a:srgbClr val="F4A261"/>
            </a:solidFill>
            <a:prstDash val="solid"/>
          </a:ln>
        </p:spPr>
      </p:sp>
      <p:sp>
        <p:nvSpPr>
          <p:cNvPr id="4" name="Text 1"/>
          <p:cNvSpPr/>
          <p:nvPr/>
        </p:nvSpPr>
        <p:spPr>
          <a:xfrm>
            <a:off x="1005840" y="2011680"/>
            <a:ext cx="8229600" cy="365760"/>
          </a:xfrm>
          <a:prstGeom prst="rect">
            <a:avLst/>
          </a:prstGeom>
          <a:noFill/>
          <a:ln/>
        </p:spPr>
        <p:txBody>
          <a:bodyPr wrap="square" lIns="0" tIns="0" rIns="0" bIns="0" rtlCol="0" anchor="ctr"/>
          <a:lstStyle/>
          <a:p>
            <a:pPr marL="0" indent="0">
              <a:buNone/>
            </a:pPr>
            <a:r>
              <a:rPr lang="en-US" sz="1200" b="1" kern="0" spc="600">
                <a:solidFill>
                  <a:srgbClr val="F4A261"/>
                </a:solidFill>
                <a:latin typeface="Calibri" pitchFamily="34" charset="0"/>
                <a:ea typeface="Calibri" pitchFamily="34" charset="-122"/>
                <a:cs typeface="Calibri" pitchFamily="34" charset="-120"/>
              </a:rPr>
              <a:t>COSC 3P94  •  STAGE 4  •  FINAL PRESENTATION</a:t>
            </a:r>
            <a:endParaRPr lang="en-US" sz="1200"/>
          </a:p>
        </p:txBody>
      </p:sp>
      <p:sp>
        <p:nvSpPr>
          <p:cNvPr id="5" name="Text 2"/>
          <p:cNvSpPr/>
          <p:nvPr/>
        </p:nvSpPr>
        <p:spPr>
          <a:xfrm>
            <a:off x="1005840" y="2423160"/>
            <a:ext cx="10058400" cy="914400"/>
          </a:xfrm>
          <a:prstGeom prst="rect">
            <a:avLst/>
          </a:prstGeom>
          <a:noFill/>
          <a:ln/>
        </p:spPr>
        <p:txBody>
          <a:bodyPr wrap="square" lIns="0" tIns="0" rIns="0" bIns="0" rtlCol="0" anchor="ctr"/>
          <a:lstStyle/>
          <a:p>
            <a:pPr marL="0" indent="0">
              <a:buNone/>
            </a:pPr>
            <a:r>
              <a:rPr lang="en-US" sz="5400" b="1" err="1">
                <a:solidFill>
                  <a:srgbClr val="DB5461"/>
                </a:solidFill>
                <a:latin typeface="Georgia"/>
              </a:rPr>
              <a:t>Easy</a:t>
            </a:r>
            <a:r>
              <a:rPr lang="en-US" sz="5400" b="1" err="1">
                <a:solidFill>
                  <a:srgbClr val="FFFFFF"/>
                </a:solidFill>
                <a:latin typeface="Georgia"/>
              </a:rPr>
              <a:t>Route</a:t>
            </a:r>
            <a:endParaRPr lang="en-US" err="1"/>
          </a:p>
        </p:txBody>
      </p:sp>
      <p:sp>
        <p:nvSpPr>
          <p:cNvPr id="6" name="Text 3"/>
          <p:cNvSpPr/>
          <p:nvPr/>
        </p:nvSpPr>
        <p:spPr>
          <a:xfrm>
            <a:off x="1005840" y="3383280"/>
            <a:ext cx="9144000" cy="457200"/>
          </a:xfrm>
          <a:prstGeom prst="rect">
            <a:avLst/>
          </a:prstGeom>
          <a:noFill/>
          <a:ln/>
        </p:spPr>
        <p:txBody>
          <a:bodyPr wrap="square" lIns="0" tIns="0" rIns="0" bIns="0" rtlCol="0" anchor="ctr"/>
          <a:lstStyle/>
          <a:p>
            <a:pPr marL="0" indent="0">
              <a:buNone/>
            </a:pPr>
            <a:r>
              <a:rPr lang="en-US" sz="1800" i="1">
                <a:solidFill>
                  <a:srgbClr val="CADCFC"/>
                </a:solidFill>
                <a:latin typeface="Calibri" pitchFamily="34" charset="0"/>
                <a:ea typeface="Calibri" pitchFamily="34" charset="-122"/>
                <a:cs typeface="Calibri" pitchFamily="34" charset="-120"/>
              </a:rPr>
              <a:t>A flight-booking interface designed for clarity and trust.</a:t>
            </a:r>
            <a:endParaRPr lang="en-US" sz="1800"/>
          </a:p>
        </p:txBody>
      </p:sp>
      <p:sp>
        <p:nvSpPr>
          <p:cNvPr id="7" name="Text 4"/>
          <p:cNvSpPr/>
          <p:nvPr/>
        </p:nvSpPr>
        <p:spPr>
          <a:xfrm>
            <a:off x="1005840" y="4114800"/>
            <a:ext cx="3657600" cy="274320"/>
          </a:xfrm>
          <a:prstGeom prst="rect">
            <a:avLst/>
          </a:prstGeom>
          <a:noFill/>
          <a:ln/>
        </p:spPr>
        <p:txBody>
          <a:bodyPr wrap="square" lIns="0" tIns="0" rIns="0" bIns="0" rtlCol="0" anchor="ctr"/>
          <a:lstStyle/>
          <a:p>
            <a:pPr marL="0" indent="0">
              <a:buNone/>
            </a:pPr>
            <a:r>
              <a:rPr lang="en-US" sz="1100" b="1" kern="0" spc="400">
                <a:solidFill>
                  <a:srgbClr val="F4A261"/>
                </a:solidFill>
                <a:latin typeface="Calibri" pitchFamily="34" charset="0"/>
                <a:ea typeface="Calibri" pitchFamily="34" charset="-122"/>
                <a:cs typeface="Calibri" pitchFamily="34" charset="-120"/>
              </a:rPr>
              <a:t>GROUP 6</a:t>
            </a:r>
            <a:endParaRPr lang="en-US" sz="1100"/>
          </a:p>
        </p:txBody>
      </p:sp>
      <p:sp>
        <p:nvSpPr>
          <p:cNvPr id="8" name="Text 5"/>
          <p:cNvSpPr/>
          <p:nvPr/>
        </p:nvSpPr>
        <p:spPr>
          <a:xfrm>
            <a:off x="1005840" y="4434840"/>
            <a:ext cx="3657600" cy="1371600"/>
          </a:xfrm>
          <a:prstGeom prst="rect">
            <a:avLst/>
          </a:prstGeom>
          <a:noFill/>
          <a:ln/>
        </p:spPr>
        <p:txBody>
          <a:bodyPr wrap="square" lIns="0" tIns="0" rIns="0" bIns="0" rtlCol="0" anchor="ctr"/>
          <a:lstStyle/>
          <a:p>
            <a:pPr marL="0" indent="0">
              <a:spcAft>
                <a:spcPts val="200"/>
              </a:spcAft>
              <a:buNone/>
            </a:pPr>
            <a:r>
              <a:rPr lang="en-US" sz="1400">
                <a:solidFill>
                  <a:srgbClr val="FFFFFF"/>
                </a:solidFill>
                <a:latin typeface="Calibri" pitchFamily="34" charset="0"/>
                <a:ea typeface="Calibri" pitchFamily="34" charset="-122"/>
                <a:cs typeface="Calibri" pitchFamily="34" charset="-120"/>
              </a:rPr>
              <a:t>Dimple Mistry</a:t>
            </a:r>
            <a:endParaRPr lang="en-US" sz="1400"/>
          </a:p>
          <a:p>
            <a:pPr marL="0" indent="0">
              <a:spcAft>
                <a:spcPts val="200"/>
              </a:spcAft>
              <a:buNone/>
            </a:pPr>
            <a:r>
              <a:rPr lang="en-US" sz="1400">
                <a:solidFill>
                  <a:srgbClr val="FFFFFF"/>
                </a:solidFill>
                <a:latin typeface="Calibri" pitchFamily="34" charset="0"/>
                <a:ea typeface="Calibri" pitchFamily="34" charset="-122"/>
                <a:cs typeface="Calibri" pitchFamily="34" charset="-120"/>
              </a:rPr>
              <a:t>Brian Kadji</a:t>
            </a:r>
            <a:endParaRPr lang="en-US" sz="1400"/>
          </a:p>
          <a:p>
            <a:pPr marL="0" indent="0">
              <a:spcAft>
                <a:spcPts val="200"/>
              </a:spcAft>
              <a:buNone/>
            </a:pPr>
            <a:r>
              <a:rPr lang="en-US" sz="1400">
                <a:solidFill>
                  <a:srgbClr val="FFFFFF"/>
                </a:solidFill>
                <a:latin typeface="Calibri" pitchFamily="34" charset="0"/>
                <a:ea typeface="Calibri" pitchFamily="34" charset="-122"/>
                <a:cs typeface="Calibri" pitchFamily="34" charset="-120"/>
              </a:rPr>
              <a:t>Krisha Desai</a:t>
            </a:r>
            <a:endParaRPr lang="en-US" sz="1400"/>
          </a:p>
          <a:p>
            <a:pPr marL="0" indent="0">
              <a:spcAft>
                <a:spcPts val="200"/>
              </a:spcAft>
              <a:buNone/>
            </a:pPr>
            <a:r>
              <a:rPr lang="en-US" sz="1400">
                <a:solidFill>
                  <a:srgbClr val="FFFFFF"/>
                </a:solidFill>
                <a:latin typeface="Calibri" pitchFamily="34" charset="0"/>
                <a:ea typeface="Calibri" pitchFamily="34" charset="-122"/>
                <a:cs typeface="Calibri" pitchFamily="34" charset="-120"/>
              </a:rPr>
              <a:t>Tanisha Bhayani</a:t>
            </a:r>
            <a:endParaRPr lang="en-US" sz="1400"/>
          </a:p>
          <a:p>
            <a:pPr marL="0" indent="0">
              <a:spcAft>
                <a:spcPts val="200"/>
              </a:spcAft>
              <a:buNone/>
            </a:pPr>
            <a:r>
              <a:rPr lang="en-US" sz="1400">
                <a:solidFill>
                  <a:srgbClr val="FFFFFF"/>
                </a:solidFill>
                <a:latin typeface="Calibri" pitchFamily="34" charset="0"/>
                <a:ea typeface="Calibri" pitchFamily="34" charset="-122"/>
                <a:cs typeface="Calibri" pitchFamily="34" charset="-120"/>
              </a:rPr>
              <a:t>Sarisha Kadakia</a:t>
            </a:r>
            <a:endParaRPr lang="en-US" sz="1400"/>
          </a:p>
        </p:txBody>
      </p:sp>
      <p:sp>
        <p:nvSpPr>
          <p:cNvPr id="9" name="Text 6"/>
          <p:cNvSpPr/>
          <p:nvPr/>
        </p:nvSpPr>
        <p:spPr>
          <a:xfrm>
            <a:off x="1005840" y="6035040"/>
            <a:ext cx="5486400" cy="274320"/>
          </a:xfrm>
          <a:prstGeom prst="rect">
            <a:avLst/>
          </a:prstGeom>
          <a:noFill/>
          <a:ln/>
        </p:spPr>
        <p:txBody>
          <a:bodyPr wrap="square" lIns="0" tIns="0" rIns="0" bIns="0" rtlCol="0" anchor="ctr"/>
          <a:lstStyle/>
          <a:p>
            <a:pPr marL="0" indent="0">
              <a:buNone/>
            </a:pPr>
            <a:r>
              <a:rPr lang="en-US" sz="1200">
                <a:solidFill>
                  <a:srgbClr val="CADCFC"/>
                </a:solidFill>
                <a:latin typeface="Calibri" pitchFamily="34" charset="0"/>
                <a:ea typeface="Calibri" pitchFamily="34" charset="-122"/>
                <a:cs typeface="Calibri" pitchFamily="34" charset="-120"/>
              </a:rPr>
              <a:t>Instructor: Aws Al Jumaily</a:t>
            </a:r>
            <a:endParaRPr lang="en-US" sz="1200"/>
          </a:p>
        </p:txBody>
      </p:sp>
      <p:sp>
        <p:nvSpPr>
          <p:cNvPr id="10" name="Text 7"/>
          <p:cNvSpPr/>
          <p:nvPr/>
        </p:nvSpPr>
        <p:spPr>
          <a:xfrm>
            <a:off x="9875520" y="6035040"/>
            <a:ext cx="1828800" cy="274320"/>
          </a:xfrm>
          <a:prstGeom prst="rect">
            <a:avLst/>
          </a:prstGeom>
          <a:noFill/>
          <a:ln/>
        </p:spPr>
        <p:txBody>
          <a:bodyPr wrap="square" lIns="0" tIns="0" rIns="0" bIns="0" rtlCol="0" anchor="ctr"/>
          <a:lstStyle/>
          <a:p>
            <a:pPr marL="0" indent="0" algn="r">
              <a:buNone/>
            </a:pPr>
            <a:r>
              <a:rPr lang="en-US" sz="1200">
                <a:solidFill>
                  <a:srgbClr val="CADCFC"/>
                </a:solidFill>
                <a:latin typeface="Calibri" pitchFamily="34" charset="0"/>
                <a:ea typeface="Calibri" pitchFamily="34" charset="-122"/>
                <a:cs typeface="Calibri" pitchFamily="34" charset="-120"/>
              </a:rPr>
              <a:t>April 2026</a:t>
            </a:r>
            <a:endParaRPr lang="en-US" sz="12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100" b="1" kern="0" spc="400">
                <a:solidFill>
                  <a:srgbClr val="F4A261"/>
                </a:solidFill>
                <a:latin typeface="Calibri" pitchFamily="34" charset="0"/>
                <a:ea typeface="Calibri" pitchFamily="34" charset="-122"/>
                <a:cs typeface="Calibri" pitchFamily="34" charset="-120"/>
              </a:rPr>
              <a:t>AGENDA</a:t>
            </a:r>
            <a:endParaRPr lang="en-US" sz="110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000" b="1">
                <a:solidFill>
                  <a:srgbClr val="0B2545"/>
                </a:solidFill>
                <a:latin typeface="Georgia" pitchFamily="34" charset="0"/>
                <a:ea typeface="Georgia" pitchFamily="34" charset="-122"/>
                <a:cs typeface="Georgia" pitchFamily="34" charset="-120"/>
              </a:rPr>
              <a:t>What we'll cover today</a:t>
            </a:r>
            <a:endParaRPr lang="en-US" sz="3000"/>
          </a:p>
        </p:txBody>
      </p:sp>
      <p:sp>
        <p:nvSpPr>
          <p:cNvPr id="4" name="Text 2"/>
          <p:cNvSpPr/>
          <p:nvPr/>
        </p:nvSpPr>
        <p:spPr>
          <a:xfrm>
            <a:off x="731520" y="1737360"/>
            <a:ext cx="914400" cy="777240"/>
          </a:xfrm>
          <a:prstGeom prst="rect">
            <a:avLst/>
          </a:prstGeom>
          <a:noFill/>
          <a:ln/>
        </p:spPr>
        <p:txBody>
          <a:bodyPr wrap="square" lIns="0" tIns="0" rIns="0" bIns="0" rtlCol="0" anchor="ctr"/>
          <a:lstStyle/>
          <a:p>
            <a:pPr marL="0" indent="0">
              <a:buNone/>
            </a:pPr>
            <a:r>
              <a:rPr lang="en-US" sz="4000" b="1">
                <a:solidFill>
                  <a:srgbClr val="F4A261"/>
                </a:solidFill>
                <a:latin typeface="Georgia" pitchFamily="34" charset="0"/>
                <a:ea typeface="Georgia" pitchFamily="34" charset="-122"/>
                <a:cs typeface="Georgia" pitchFamily="34" charset="-120"/>
              </a:rPr>
              <a:t>01</a:t>
            </a:r>
            <a:endParaRPr lang="en-US" sz="4000"/>
          </a:p>
        </p:txBody>
      </p:sp>
      <p:sp>
        <p:nvSpPr>
          <p:cNvPr id="5" name="Text 3"/>
          <p:cNvSpPr/>
          <p:nvPr/>
        </p:nvSpPr>
        <p:spPr>
          <a:xfrm>
            <a:off x="1828800" y="1810512"/>
            <a:ext cx="9601200" cy="411480"/>
          </a:xfrm>
          <a:prstGeom prst="rect">
            <a:avLst/>
          </a:prstGeom>
          <a:noFill/>
          <a:ln/>
        </p:spPr>
        <p:txBody>
          <a:bodyPr wrap="square" lIns="0" tIns="0" rIns="0" bIns="0" rtlCol="0" anchor="ctr"/>
          <a:lstStyle/>
          <a:p>
            <a:pPr marL="0" indent="0">
              <a:buNone/>
            </a:pPr>
            <a:r>
              <a:rPr lang="en-US" sz="2000" b="1">
                <a:solidFill>
                  <a:srgbClr val="0B2545"/>
                </a:solidFill>
                <a:latin typeface="Georgia" pitchFamily="34" charset="0"/>
                <a:ea typeface="Georgia" pitchFamily="34" charset="-122"/>
                <a:cs typeface="Georgia" pitchFamily="34" charset="-120"/>
              </a:rPr>
              <a:t>Stage 1 Recap</a:t>
            </a:r>
            <a:endParaRPr lang="en-US" sz="2000"/>
          </a:p>
        </p:txBody>
      </p:sp>
      <p:sp>
        <p:nvSpPr>
          <p:cNvPr id="6" name="Text 4"/>
          <p:cNvSpPr/>
          <p:nvPr/>
        </p:nvSpPr>
        <p:spPr>
          <a:xfrm>
            <a:off x="1828800" y="2212848"/>
            <a:ext cx="9601200" cy="320040"/>
          </a:xfrm>
          <a:prstGeom prst="rect">
            <a:avLst/>
          </a:prstGeom>
          <a:noFill/>
          <a:ln/>
        </p:spPr>
        <p:txBody>
          <a:bodyPr wrap="square" lIns="0" tIns="0" rIns="0" bIns="0" rtlCol="0" anchor="ctr"/>
          <a:lstStyle/>
          <a:p>
            <a:pPr marL="0" indent="0">
              <a:buNone/>
            </a:pPr>
            <a:r>
              <a:rPr lang="en-US" sz="1300">
                <a:solidFill>
                  <a:srgbClr val="6B7280"/>
                </a:solidFill>
                <a:latin typeface="Calibri" pitchFamily="34" charset="0"/>
                <a:ea typeface="Calibri" pitchFamily="34" charset="-122"/>
                <a:cs typeface="Calibri" pitchFamily="34" charset="-120"/>
              </a:rPr>
              <a:t>Research, competitor analysis, and what we learned.</a:t>
            </a:r>
            <a:endParaRPr lang="en-US" sz="1300"/>
          </a:p>
        </p:txBody>
      </p:sp>
      <p:sp>
        <p:nvSpPr>
          <p:cNvPr id="7" name="Shape 5"/>
          <p:cNvSpPr/>
          <p:nvPr/>
        </p:nvSpPr>
        <p:spPr>
          <a:xfrm>
            <a:off x="1828800" y="2560320"/>
            <a:ext cx="9601200" cy="0"/>
          </a:xfrm>
          <a:prstGeom prst="line">
            <a:avLst/>
          </a:prstGeom>
          <a:noFill/>
          <a:ln w="9525">
            <a:solidFill>
              <a:srgbClr val="E5E7EB"/>
            </a:solidFill>
            <a:prstDash val="solid"/>
          </a:ln>
        </p:spPr>
      </p:sp>
      <p:sp>
        <p:nvSpPr>
          <p:cNvPr id="8" name="Text 6"/>
          <p:cNvSpPr/>
          <p:nvPr/>
        </p:nvSpPr>
        <p:spPr>
          <a:xfrm>
            <a:off x="731520" y="2606040"/>
            <a:ext cx="914400" cy="777240"/>
          </a:xfrm>
          <a:prstGeom prst="rect">
            <a:avLst/>
          </a:prstGeom>
          <a:noFill/>
          <a:ln/>
        </p:spPr>
        <p:txBody>
          <a:bodyPr wrap="square" lIns="0" tIns="0" rIns="0" bIns="0" rtlCol="0" anchor="ctr"/>
          <a:lstStyle/>
          <a:p>
            <a:pPr marL="0" indent="0">
              <a:buNone/>
            </a:pPr>
            <a:r>
              <a:rPr lang="en-US" sz="4000" b="1">
                <a:solidFill>
                  <a:srgbClr val="F4A261"/>
                </a:solidFill>
                <a:latin typeface="Georgia" pitchFamily="34" charset="0"/>
                <a:ea typeface="Georgia" pitchFamily="34" charset="-122"/>
                <a:cs typeface="Georgia" pitchFamily="34" charset="-120"/>
              </a:rPr>
              <a:t>02</a:t>
            </a:r>
            <a:endParaRPr lang="en-US" sz="4000"/>
          </a:p>
        </p:txBody>
      </p:sp>
      <p:sp>
        <p:nvSpPr>
          <p:cNvPr id="9" name="Text 7"/>
          <p:cNvSpPr/>
          <p:nvPr/>
        </p:nvSpPr>
        <p:spPr>
          <a:xfrm>
            <a:off x="1828800" y="2679192"/>
            <a:ext cx="9601200" cy="411480"/>
          </a:xfrm>
          <a:prstGeom prst="rect">
            <a:avLst/>
          </a:prstGeom>
          <a:noFill/>
          <a:ln/>
        </p:spPr>
        <p:txBody>
          <a:bodyPr wrap="square" lIns="0" tIns="0" rIns="0" bIns="0" rtlCol="0" anchor="ctr"/>
          <a:lstStyle/>
          <a:p>
            <a:pPr marL="0" indent="0">
              <a:buNone/>
            </a:pPr>
            <a:r>
              <a:rPr lang="en-US" sz="2000" b="1">
                <a:solidFill>
                  <a:srgbClr val="0B2545"/>
                </a:solidFill>
                <a:latin typeface="Georgia" pitchFamily="34" charset="0"/>
                <a:ea typeface="Georgia" pitchFamily="34" charset="-122"/>
                <a:cs typeface="Georgia" pitchFamily="34" charset="-120"/>
              </a:rPr>
              <a:t>Personas &amp; User Goals</a:t>
            </a:r>
            <a:endParaRPr lang="en-US" sz="2000"/>
          </a:p>
        </p:txBody>
      </p:sp>
      <p:sp>
        <p:nvSpPr>
          <p:cNvPr id="10" name="Text 8"/>
          <p:cNvSpPr/>
          <p:nvPr/>
        </p:nvSpPr>
        <p:spPr>
          <a:xfrm>
            <a:off x="1828800" y="3081528"/>
            <a:ext cx="9601200" cy="320040"/>
          </a:xfrm>
          <a:prstGeom prst="rect">
            <a:avLst/>
          </a:prstGeom>
          <a:noFill/>
          <a:ln/>
        </p:spPr>
        <p:txBody>
          <a:bodyPr wrap="square" lIns="0" tIns="0" rIns="0" bIns="0" rtlCol="0" anchor="ctr"/>
          <a:lstStyle/>
          <a:p>
            <a:pPr marL="0" indent="0">
              <a:buNone/>
            </a:pPr>
            <a:r>
              <a:rPr lang="en-US" sz="1300">
                <a:solidFill>
                  <a:srgbClr val="6B7280"/>
                </a:solidFill>
                <a:latin typeface="Calibri" pitchFamily="34" charset="0"/>
                <a:ea typeface="Calibri" pitchFamily="34" charset="-122"/>
                <a:cs typeface="Calibri" pitchFamily="34" charset="-120"/>
              </a:rPr>
              <a:t>Who we designed for and what they needed.</a:t>
            </a:r>
            <a:endParaRPr lang="en-US" sz="1300"/>
          </a:p>
        </p:txBody>
      </p:sp>
      <p:sp>
        <p:nvSpPr>
          <p:cNvPr id="11" name="Shape 9"/>
          <p:cNvSpPr/>
          <p:nvPr/>
        </p:nvSpPr>
        <p:spPr>
          <a:xfrm>
            <a:off x="1828800" y="3429000"/>
            <a:ext cx="9601200" cy="0"/>
          </a:xfrm>
          <a:prstGeom prst="line">
            <a:avLst/>
          </a:prstGeom>
          <a:noFill/>
          <a:ln w="9525">
            <a:solidFill>
              <a:srgbClr val="E5E7EB"/>
            </a:solidFill>
            <a:prstDash val="solid"/>
          </a:ln>
        </p:spPr>
      </p:sp>
      <p:sp>
        <p:nvSpPr>
          <p:cNvPr id="12" name="Text 10"/>
          <p:cNvSpPr/>
          <p:nvPr/>
        </p:nvSpPr>
        <p:spPr>
          <a:xfrm>
            <a:off x="731520" y="3474720"/>
            <a:ext cx="914400" cy="777240"/>
          </a:xfrm>
          <a:prstGeom prst="rect">
            <a:avLst/>
          </a:prstGeom>
          <a:noFill/>
          <a:ln/>
        </p:spPr>
        <p:txBody>
          <a:bodyPr wrap="square" lIns="0" tIns="0" rIns="0" bIns="0" rtlCol="0" anchor="ctr"/>
          <a:lstStyle/>
          <a:p>
            <a:pPr marL="0" indent="0">
              <a:buNone/>
            </a:pPr>
            <a:r>
              <a:rPr lang="en-US" sz="4000" b="1">
                <a:solidFill>
                  <a:srgbClr val="F4A261"/>
                </a:solidFill>
                <a:latin typeface="Georgia" pitchFamily="34" charset="0"/>
                <a:ea typeface="Georgia" pitchFamily="34" charset="-122"/>
                <a:cs typeface="Georgia" pitchFamily="34" charset="-120"/>
              </a:rPr>
              <a:t>03</a:t>
            </a:r>
            <a:endParaRPr lang="en-US" sz="4000"/>
          </a:p>
        </p:txBody>
      </p:sp>
      <p:sp>
        <p:nvSpPr>
          <p:cNvPr id="13" name="Text 11"/>
          <p:cNvSpPr/>
          <p:nvPr/>
        </p:nvSpPr>
        <p:spPr>
          <a:xfrm>
            <a:off x="1828800" y="3547872"/>
            <a:ext cx="9601200" cy="411480"/>
          </a:xfrm>
          <a:prstGeom prst="rect">
            <a:avLst/>
          </a:prstGeom>
          <a:noFill/>
          <a:ln/>
        </p:spPr>
        <p:txBody>
          <a:bodyPr wrap="square" lIns="0" tIns="0" rIns="0" bIns="0" rtlCol="0" anchor="ctr"/>
          <a:lstStyle/>
          <a:p>
            <a:pPr marL="0" indent="0">
              <a:buNone/>
            </a:pPr>
            <a:r>
              <a:rPr lang="en-US" sz="2000" b="1">
                <a:solidFill>
                  <a:srgbClr val="0B2545"/>
                </a:solidFill>
                <a:latin typeface="Georgia" pitchFamily="34" charset="0"/>
                <a:ea typeface="Georgia" pitchFamily="34" charset="-122"/>
                <a:cs typeface="Georgia" pitchFamily="34" charset="-120"/>
              </a:rPr>
              <a:t>Stage 2 Design</a:t>
            </a:r>
            <a:endParaRPr lang="en-US" sz="2000"/>
          </a:p>
        </p:txBody>
      </p:sp>
      <p:sp>
        <p:nvSpPr>
          <p:cNvPr id="14" name="Text 12"/>
          <p:cNvSpPr/>
          <p:nvPr/>
        </p:nvSpPr>
        <p:spPr>
          <a:xfrm>
            <a:off x="1828800" y="3950208"/>
            <a:ext cx="9601200" cy="320040"/>
          </a:xfrm>
          <a:prstGeom prst="rect">
            <a:avLst/>
          </a:prstGeom>
          <a:noFill/>
          <a:ln/>
        </p:spPr>
        <p:txBody>
          <a:bodyPr wrap="square" lIns="0" tIns="0" rIns="0" bIns="0" rtlCol="0" anchor="ctr"/>
          <a:lstStyle/>
          <a:p>
            <a:pPr marL="0" indent="0">
              <a:buNone/>
            </a:pPr>
            <a:r>
              <a:rPr lang="en-US" sz="1300">
                <a:solidFill>
                  <a:srgbClr val="6B7280"/>
                </a:solidFill>
                <a:latin typeface="Calibri" pitchFamily="34" charset="0"/>
                <a:ea typeface="Calibri" pitchFamily="34" charset="-122"/>
                <a:cs typeface="Calibri" pitchFamily="34" charset="-120"/>
              </a:rPr>
              <a:t>Decisions behind our initial Figma prototype.</a:t>
            </a:r>
            <a:endParaRPr lang="en-US" sz="1300"/>
          </a:p>
        </p:txBody>
      </p:sp>
      <p:sp>
        <p:nvSpPr>
          <p:cNvPr id="15" name="Shape 13"/>
          <p:cNvSpPr/>
          <p:nvPr/>
        </p:nvSpPr>
        <p:spPr>
          <a:xfrm>
            <a:off x="1828800" y="4297680"/>
            <a:ext cx="9601200" cy="0"/>
          </a:xfrm>
          <a:prstGeom prst="line">
            <a:avLst/>
          </a:prstGeom>
          <a:noFill/>
          <a:ln w="9525">
            <a:solidFill>
              <a:srgbClr val="E5E7EB"/>
            </a:solidFill>
            <a:prstDash val="solid"/>
          </a:ln>
        </p:spPr>
      </p:sp>
      <p:sp>
        <p:nvSpPr>
          <p:cNvPr id="16" name="Text 14"/>
          <p:cNvSpPr/>
          <p:nvPr/>
        </p:nvSpPr>
        <p:spPr>
          <a:xfrm>
            <a:off x="731520" y="4343400"/>
            <a:ext cx="914400" cy="777240"/>
          </a:xfrm>
          <a:prstGeom prst="rect">
            <a:avLst/>
          </a:prstGeom>
          <a:noFill/>
          <a:ln/>
        </p:spPr>
        <p:txBody>
          <a:bodyPr wrap="square" lIns="0" tIns="0" rIns="0" bIns="0" rtlCol="0" anchor="ctr"/>
          <a:lstStyle/>
          <a:p>
            <a:pPr marL="0" indent="0">
              <a:buNone/>
            </a:pPr>
            <a:r>
              <a:rPr lang="en-US" sz="4000" b="1">
                <a:solidFill>
                  <a:srgbClr val="F4A261"/>
                </a:solidFill>
                <a:latin typeface="Georgia" pitchFamily="34" charset="0"/>
                <a:ea typeface="Georgia" pitchFamily="34" charset="-122"/>
                <a:cs typeface="Georgia" pitchFamily="34" charset="-120"/>
              </a:rPr>
              <a:t>04</a:t>
            </a:r>
            <a:endParaRPr lang="en-US" sz="4000"/>
          </a:p>
        </p:txBody>
      </p:sp>
      <p:sp>
        <p:nvSpPr>
          <p:cNvPr id="17" name="Text 15"/>
          <p:cNvSpPr/>
          <p:nvPr/>
        </p:nvSpPr>
        <p:spPr>
          <a:xfrm>
            <a:off x="1828800" y="4416552"/>
            <a:ext cx="9601200" cy="411480"/>
          </a:xfrm>
          <a:prstGeom prst="rect">
            <a:avLst/>
          </a:prstGeom>
          <a:noFill/>
          <a:ln/>
        </p:spPr>
        <p:txBody>
          <a:bodyPr wrap="square" lIns="0" tIns="0" rIns="0" bIns="0" rtlCol="0" anchor="ctr"/>
          <a:lstStyle/>
          <a:p>
            <a:pPr marL="0" indent="0">
              <a:buNone/>
            </a:pPr>
            <a:r>
              <a:rPr lang="en-US" sz="2000" b="1">
                <a:solidFill>
                  <a:srgbClr val="0B2545"/>
                </a:solidFill>
                <a:latin typeface="Georgia" pitchFamily="34" charset="0"/>
                <a:ea typeface="Georgia" pitchFamily="34" charset="-122"/>
                <a:cs typeface="Georgia" pitchFamily="34" charset="-120"/>
              </a:rPr>
              <a:t>Peer Feedback &amp; Changes</a:t>
            </a:r>
            <a:endParaRPr lang="en-US" sz="2000"/>
          </a:p>
        </p:txBody>
      </p:sp>
      <p:sp>
        <p:nvSpPr>
          <p:cNvPr id="18" name="Text 16"/>
          <p:cNvSpPr/>
          <p:nvPr/>
        </p:nvSpPr>
        <p:spPr>
          <a:xfrm>
            <a:off x="1828800" y="4818888"/>
            <a:ext cx="9601200" cy="320040"/>
          </a:xfrm>
          <a:prstGeom prst="rect">
            <a:avLst/>
          </a:prstGeom>
          <a:noFill/>
          <a:ln/>
        </p:spPr>
        <p:txBody>
          <a:bodyPr wrap="square" lIns="0" tIns="0" rIns="0" bIns="0" rtlCol="0" anchor="ctr"/>
          <a:lstStyle/>
          <a:p>
            <a:pPr marL="0" indent="0">
              <a:buNone/>
            </a:pPr>
            <a:r>
              <a:rPr lang="en-US" sz="1300">
                <a:solidFill>
                  <a:srgbClr val="6B7280"/>
                </a:solidFill>
                <a:latin typeface="Calibri" pitchFamily="34" charset="0"/>
                <a:ea typeface="Calibri" pitchFamily="34" charset="-122"/>
                <a:cs typeface="Calibri" pitchFamily="34" charset="-120"/>
              </a:rPr>
              <a:t>What reviewers told us and how we responded.</a:t>
            </a:r>
            <a:endParaRPr lang="en-US" sz="1300"/>
          </a:p>
        </p:txBody>
      </p:sp>
      <p:sp>
        <p:nvSpPr>
          <p:cNvPr id="19" name="Shape 17"/>
          <p:cNvSpPr/>
          <p:nvPr/>
        </p:nvSpPr>
        <p:spPr>
          <a:xfrm>
            <a:off x="1828800" y="5166360"/>
            <a:ext cx="9601200" cy="0"/>
          </a:xfrm>
          <a:prstGeom prst="line">
            <a:avLst/>
          </a:prstGeom>
          <a:noFill/>
          <a:ln w="9525">
            <a:solidFill>
              <a:srgbClr val="E5E7EB"/>
            </a:solidFill>
            <a:prstDash val="solid"/>
          </a:ln>
        </p:spPr>
      </p:sp>
      <p:sp>
        <p:nvSpPr>
          <p:cNvPr id="20" name="Text 18"/>
          <p:cNvSpPr/>
          <p:nvPr/>
        </p:nvSpPr>
        <p:spPr>
          <a:xfrm>
            <a:off x="731520" y="5212080"/>
            <a:ext cx="914400" cy="777240"/>
          </a:xfrm>
          <a:prstGeom prst="rect">
            <a:avLst/>
          </a:prstGeom>
          <a:noFill/>
          <a:ln/>
        </p:spPr>
        <p:txBody>
          <a:bodyPr wrap="square" lIns="0" tIns="0" rIns="0" bIns="0" rtlCol="0" anchor="ctr"/>
          <a:lstStyle/>
          <a:p>
            <a:pPr marL="0" indent="0">
              <a:buNone/>
            </a:pPr>
            <a:r>
              <a:rPr lang="en-US" sz="4000" b="1">
                <a:solidFill>
                  <a:srgbClr val="F4A261"/>
                </a:solidFill>
                <a:latin typeface="Georgia" pitchFamily="34" charset="0"/>
                <a:ea typeface="Georgia" pitchFamily="34" charset="-122"/>
                <a:cs typeface="Georgia" pitchFamily="34" charset="-120"/>
              </a:rPr>
              <a:t>05</a:t>
            </a:r>
            <a:endParaRPr lang="en-US" sz="4000"/>
          </a:p>
        </p:txBody>
      </p:sp>
      <p:sp>
        <p:nvSpPr>
          <p:cNvPr id="21" name="Text 19"/>
          <p:cNvSpPr/>
          <p:nvPr/>
        </p:nvSpPr>
        <p:spPr>
          <a:xfrm>
            <a:off x="1828800" y="5285232"/>
            <a:ext cx="9601200" cy="411480"/>
          </a:xfrm>
          <a:prstGeom prst="rect">
            <a:avLst/>
          </a:prstGeom>
          <a:noFill/>
          <a:ln/>
        </p:spPr>
        <p:txBody>
          <a:bodyPr wrap="square" lIns="0" tIns="0" rIns="0" bIns="0" rtlCol="0" anchor="ctr"/>
          <a:lstStyle/>
          <a:p>
            <a:pPr marL="0" indent="0">
              <a:buNone/>
            </a:pPr>
            <a:r>
              <a:rPr lang="en-US" sz="2000" b="1">
                <a:solidFill>
                  <a:srgbClr val="0B2545"/>
                </a:solidFill>
                <a:latin typeface="Georgia" pitchFamily="34" charset="0"/>
                <a:ea typeface="Georgia" pitchFamily="34" charset="-122"/>
                <a:cs typeface="Georgia" pitchFamily="34" charset="-120"/>
              </a:rPr>
              <a:t>Live Demo + Q&amp;A</a:t>
            </a:r>
            <a:endParaRPr lang="en-US" sz="2000"/>
          </a:p>
        </p:txBody>
      </p:sp>
      <p:sp>
        <p:nvSpPr>
          <p:cNvPr id="22" name="Text 20"/>
          <p:cNvSpPr/>
          <p:nvPr/>
        </p:nvSpPr>
        <p:spPr>
          <a:xfrm>
            <a:off x="1828800" y="5687568"/>
            <a:ext cx="9601200" cy="320040"/>
          </a:xfrm>
          <a:prstGeom prst="rect">
            <a:avLst/>
          </a:prstGeom>
          <a:noFill/>
          <a:ln/>
        </p:spPr>
        <p:txBody>
          <a:bodyPr wrap="square" lIns="0" tIns="0" rIns="0" bIns="0" rtlCol="0" anchor="ctr"/>
          <a:lstStyle/>
          <a:p>
            <a:pPr marL="0" indent="0">
              <a:buNone/>
            </a:pPr>
            <a:r>
              <a:rPr lang="en-US" sz="1300">
                <a:solidFill>
                  <a:srgbClr val="6B7280"/>
                </a:solidFill>
                <a:latin typeface="Calibri" pitchFamily="34" charset="0"/>
                <a:ea typeface="Calibri" pitchFamily="34" charset="-122"/>
                <a:cs typeface="Calibri" pitchFamily="34" charset="-120"/>
              </a:rPr>
              <a:t>Walk through the final product together.</a:t>
            </a:r>
            <a:endParaRPr lang="en-US" sz="1300"/>
          </a:p>
        </p:txBody>
      </p:sp>
      <p:sp>
        <p:nvSpPr>
          <p:cNvPr id="23" name="Shape 21"/>
          <p:cNvSpPr/>
          <p:nvPr/>
        </p:nvSpPr>
        <p:spPr>
          <a:xfrm>
            <a:off x="0" y="6537960"/>
            <a:ext cx="12161520" cy="320040"/>
          </a:xfrm>
          <a:prstGeom prst="rect">
            <a:avLst/>
          </a:prstGeom>
          <a:solidFill>
            <a:srgbClr val="0B2545"/>
          </a:solidFill>
          <a:ln w="12700">
            <a:solidFill>
              <a:srgbClr val="0B2545"/>
            </a:solidFill>
            <a:prstDash val="solid"/>
          </a:ln>
        </p:spPr>
      </p:sp>
      <p:sp>
        <p:nvSpPr>
          <p:cNvPr id="24" name="Text 22"/>
          <p:cNvSpPr/>
          <p:nvPr/>
        </p:nvSpPr>
        <p:spPr>
          <a:xfrm>
            <a:off x="457200" y="6547104"/>
            <a:ext cx="7315200" cy="301752"/>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Group 6  •  COSC 3P94  •  Airline Website</a:t>
            </a:r>
            <a:endParaRPr lang="en-US" sz="1000"/>
          </a:p>
        </p:txBody>
      </p:sp>
      <p:sp>
        <p:nvSpPr>
          <p:cNvPr id="25" name="Text 23"/>
          <p:cNvSpPr/>
          <p:nvPr/>
        </p:nvSpPr>
        <p:spPr>
          <a:xfrm>
            <a:off x="10789920" y="6547104"/>
            <a:ext cx="914400" cy="301752"/>
          </a:xfrm>
          <a:prstGeom prst="rect">
            <a:avLst/>
          </a:prstGeom>
          <a:noFill/>
          <a:ln/>
        </p:spPr>
        <p:txBody>
          <a:bodyPr wrap="square" lIns="0" tIns="0" rIns="0" bIns="0" rtlCol="0" anchor="ctr"/>
          <a:lstStyle/>
          <a:p>
            <a:pPr marL="0" indent="0" algn="r">
              <a:buNone/>
            </a:pPr>
            <a:r>
              <a:rPr lang="en-US" sz="1000">
                <a:solidFill>
                  <a:srgbClr val="FFFFFF"/>
                </a:solidFill>
                <a:latin typeface="Calibri" pitchFamily="34" charset="0"/>
                <a:ea typeface="Calibri" pitchFamily="34" charset="-122"/>
                <a:cs typeface="Calibri" pitchFamily="34" charset="-120"/>
              </a:rPr>
              <a:t>2 / 13</a:t>
            </a:r>
            <a:endParaRPr lang="en-US" sz="10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100" b="1" kern="0" spc="400">
                <a:solidFill>
                  <a:srgbClr val="F4A261"/>
                </a:solidFill>
                <a:latin typeface="Calibri" pitchFamily="34" charset="0"/>
                <a:ea typeface="Calibri" pitchFamily="34" charset="-122"/>
                <a:cs typeface="Calibri" pitchFamily="34" charset="-120"/>
              </a:rPr>
              <a:t>STAGE 1  •  RESEARCH</a:t>
            </a:r>
            <a:endParaRPr lang="en-US" sz="110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000" b="1">
                <a:solidFill>
                  <a:srgbClr val="0B2545"/>
                </a:solidFill>
                <a:latin typeface="Georgia" pitchFamily="34" charset="0"/>
                <a:ea typeface="Georgia" pitchFamily="34" charset="-122"/>
                <a:cs typeface="Georgia" pitchFamily="34" charset="-120"/>
              </a:rPr>
              <a:t>Defining the problem</a:t>
            </a:r>
            <a:endParaRPr lang="en-US" sz="3000"/>
          </a:p>
        </p:txBody>
      </p:sp>
      <p:sp>
        <p:nvSpPr>
          <p:cNvPr id="4" name="Text 2"/>
          <p:cNvSpPr/>
          <p:nvPr/>
        </p:nvSpPr>
        <p:spPr>
          <a:xfrm>
            <a:off x="548640" y="1737360"/>
            <a:ext cx="4937760" cy="1463040"/>
          </a:xfrm>
          <a:prstGeom prst="rect">
            <a:avLst/>
          </a:prstGeom>
          <a:noFill/>
          <a:ln/>
        </p:spPr>
        <p:txBody>
          <a:bodyPr wrap="square" lIns="0" tIns="0" rIns="0" bIns="0" rtlCol="0" anchor="ctr"/>
          <a:lstStyle/>
          <a:p>
            <a:pPr marL="0" indent="0">
              <a:spcAft>
                <a:spcPts val="400"/>
              </a:spcAft>
              <a:buNone/>
            </a:pPr>
            <a:r>
              <a:rPr lang="en-US" sz="1400">
                <a:solidFill>
                  <a:srgbClr val="1A1A1A"/>
                </a:solidFill>
                <a:latin typeface="Calibri" pitchFamily="34" charset="0"/>
                <a:ea typeface="Calibri" pitchFamily="34" charset="-122"/>
                <a:cs typeface="Calibri" pitchFamily="34" charset="-120"/>
              </a:rPr>
              <a:t>We set out to design a flight-booking website that helps people complete a booking with less stress. Our research combined competitor analysis of three airlines with a 46-respondent user survey.</a:t>
            </a:r>
            <a:endParaRPr lang="en-US" sz="1400"/>
          </a:p>
        </p:txBody>
      </p:sp>
      <p:sp>
        <p:nvSpPr>
          <p:cNvPr id="5" name="Shape 3"/>
          <p:cNvSpPr/>
          <p:nvPr/>
        </p:nvSpPr>
        <p:spPr>
          <a:xfrm>
            <a:off x="548640" y="3383280"/>
            <a:ext cx="2331720" cy="1463040"/>
          </a:xfrm>
          <a:prstGeom prst="rect">
            <a:avLst/>
          </a:prstGeom>
          <a:solidFill>
            <a:srgbClr val="F7F3EE"/>
          </a:solidFill>
          <a:ln w="12700">
            <a:solidFill>
              <a:srgbClr val="F7F3EE"/>
            </a:solidFill>
            <a:prstDash val="solid"/>
          </a:ln>
        </p:spPr>
      </p:sp>
      <p:sp>
        <p:nvSpPr>
          <p:cNvPr id="6" name="Text 4"/>
          <p:cNvSpPr/>
          <p:nvPr/>
        </p:nvSpPr>
        <p:spPr>
          <a:xfrm>
            <a:off x="548640" y="3429000"/>
            <a:ext cx="2331720" cy="822960"/>
          </a:xfrm>
          <a:prstGeom prst="rect">
            <a:avLst/>
          </a:prstGeom>
          <a:noFill/>
          <a:ln/>
        </p:spPr>
        <p:txBody>
          <a:bodyPr wrap="square" lIns="0" tIns="0" rIns="0" bIns="0" rtlCol="0" anchor="ctr"/>
          <a:lstStyle/>
          <a:p>
            <a:pPr marL="0" indent="0" algn="ctr">
              <a:buNone/>
            </a:pPr>
            <a:r>
              <a:rPr lang="en-US" sz="5400" b="1">
                <a:solidFill>
                  <a:srgbClr val="0B2545"/>
                </a:solidFill>
                <a:latin typeface="Georgia" pitchFamily="34" charset="0"/>
                <a:ea typeface="Georgia" pitchFamily="34" charset="-122"/>
                <a:cs typeface="Georgia" pitchFamily="34" charset="-120"/>
              </a:rPr>
              <a:t>3</a:t>
            </a:r>
            <a:endParaRPr lang="en-US" sz="5400"/>
          </a:p>
        </p:txBody>
      </p:sp>
      <p:sp>
        <p:nvSpPr>
          <p:cNvPr id="7" name="Text 5"/>
          <p:cNvSpPr/>
          <p:nvPr/>
        </p:nvSpPr>
        <p:spPr>
          <a:xfrm>
            <a:off x="548640" y="4297680"/>
            <a:ext cx="2331720" cy="457200"/>
          </a:xfrm>
          <a:prstGeom prst="rect">
            <a:avLst/>
          </a:prstGeom>
          <a:noFill/>
          <a:ln/>
        </p:spPr>
        <p:txBody>
          <a:bodyPr wrap="square" lIns="0" tIns="0" rIns="0" bIns="0" rtlCol="0" anchor="ctr"/>
          <a:lstStyle/>
          <a:p>
            <a:pPr marL="0" indent="0" algn="ctr">
              <a:buNone/>
            </a:pPr>
            <a:r>
              <a:rPr lang="en-US" sz="1200">
                <a:solidFill>
                  <a:srgbClr val="6B7280"/>
                </a:solidFill>
                <a:latin typeface="Calibri" pitchFamily="34" charset="0"/>
                <a:ea typeface="Calibri" pitchFamily="34" charset="-122"/>
                <a:cs typeface="Calibri" pitchFamily="34" charset="-120"/>
              </a:rPr>
              <a:t>airlines analyzed</a:t>
            </a:r>
            <a:endParaRPr lang="en-US" sz="1200"/>
          </a:p>
        </p:txBody>
      </p:sp>
      <p:sp>
        <p:nvSpPr>
          <p:cNvPr id="8" name="Shape 6"/>
          <p:cNvSpPr/>
          <p:nvPr/>
        </p:nvSpPr>
        <p:spPr>
          <a:xfrm>
            <a:off x="3154680" y="3383280"/>
            <a:ext cx="2331720" cy="1463040"/>
          </a:xfrm>
          <a:prstGeom prst="rect">
            <a:avLst/>
          </a:prstGeom>
          <a:solidFill>
            <a:srgbClr val="F7F3EE"/>
          </a:solidFill>
          <a:ln w="12700">
            <a:solidFill>
              <a:srgbClr val="F7F3EE"/>
            </a:solidFill>
            <a:prstDash val="solid"/>
          </a:ln>
        </p:spPr>
      </p:sp>
      <p:sp>
        <p:nvSpPr>
          <p:cNvPr id="9" name="Text 7"/>
          <p:cNvSpPr/>
          <p:nvPr/>
        </p:nvSpPr>
        <p:spPr>
          <a:xfrm>
            <a:off x="3154680" y="3429000"/>
            <a:ext cx="2331720" cy="822960"/>
          </a:xfrm>
          <a:prstGeom prst="rect">
            <a:avLst/>
          </a:prstGeom>
          <a:noFill/>
          <a:ln/>
        </p:spPr>
        <p:txBody>
          <a:bodyPr wrap="square" lIns="0" tIns="0" rIns="0" bIns="0" rtlCol="0" anchor="ctr"/>
          <a:lstStyle/>
          <a:p>
            <a:pPr marL="0" indent="0" algn="ctr">
              <a:buNone/>
            </a:pPr>
            <a:r>
              <a:rPr lang="en-US" sz="5400" b="1">
                <a:solidFill>
                  <a:srgbClr val="0B2545"/>
                </a:solidFill>
                <a:latin typeface="Georgia" pitchFamily="34" charset="0"/>
                <a:ea typeface="Georgia" pitchFamily="34" charset="-122"/>
                <a:cs typeface="Georgia" pitchFamily="34" charset="-120"/>
              </a:rPr>
              <a:t>46</a:t>
            </a:r>
            <a:endParaRPr lang="en-US" sz="5400"/>
          </a:p>
        </p:txBody>
      </p:sp>
      <p:sp>
        <p:nvSpPr>
          <p:cNvPr id="10" name="Text 8"/>
          <p:cNvSpPr/>
          <p:nvPr/>
        </p:nvSpPr>
        <p:spPr>
          <a:xfrm>
            <a:off x="3154680" y="4297680"/>
            <a:ext cx="2331720" cy="457200"/>
          </a:xfrm>
          <a:prstGeom prst="rect">
            <a:avLst/>
          </a:prstGeom>
          <a:noFill/>
          <a:ln/>
        </p:spPr>
        <p:txBody>
          <a:bodyPr wrap="square" lIns="0" tIns="0" rIns="0" bIns="0" rtlCol="0" anchor="ctr"/>
          <a:lstStyle/>
          <a:p>
            <a:pPr marL="0" indent="0" algn="ctr">
              <a:buNone/>
            </a:pPr>
            <a:r>
              <a:rPr lang="en-US" sz="1200">
                <a:solidFill>
                  <a:srgbClr val="6B7280"/>
                </a:solidFill>
                <a:latin typeface="Calibri" pitchFamily="34" charset="0"/>
                <a:ea typeface="Calibri" pitchFamily="34" charset="-122"/>
                <a:cs typeface="Calibri" pitchFamily="34" charset="-120"/>
              </a:rPr>
              <a:t>survey responses</a:t>
            </a:r>
            <a:endParaRPr lang="en-US" sz="1200"/>
          </a:p>
        </p:txBody>
      </p:sp>
      <p:pic>
        <p:nvPicPr>
          <p:cNvPr id="11" name="Image 0" descr="preencoded.png"/>
          <p:cNvPicPr>
            <a:picLocks noChangeAspect="1"/>
          </p:cNvPicPr>
          <p:nvPr/>
        </p:nvPicPr>
        <p:blipFill>
          <a:blip r:embed="rId3"/>
          <a:stretch>
            <a:fillRect/>
          </a:stretch>
        </p:blipFill>
        <p:spPr>
          <a:xfrm>
            <a:off x="6126480" y="1783080"/>
            <a:ext cx="365760" cy="365760"/>
          </a:xfrm>
          <a:prstGeom prst="rect">
            <a:avLst/>
          </a:prstGeom>
        </p:spPr>
      </p:pic>
      <p:sp>
        <p:nvSpPr>
          <p:cNvPr id="12" name="Text 9"/>
          <p:cNvSpPr/>
          <p:nvPr/>
        </p:nvSpPr>
        <p:spPr>
          <a:xfrm>
            <a:off x="6583680" y="1737360"/>
            <a:ext cx="5029200" cy="411480"/>
          </a:xfrm>
          <a:prstGeom prst="rect">
            <a:avLst/>
          </a:prstGeom>
          <a:noFill/>
          <a:ln/>
        </p:spPr>
        <p:txBody>
          <a:bodyPr wrap="square" lIns="0" tIns="0" rIns="0" bIns="0" rtlCol="0" anchor="ctr"/>
          <a:lstStyle/>
          <a:p>
            <a:pPr marL="0" indent="0">
              <a:buNone/>
            </a:pPr>
            <a:r>
              <a:rPr lang="en-US" sz="1600" b="1">
                <a:solidFill>
                  <a:srgbClr val="0B2545"/>
                </a:solidFill>
                <a:latin typeface="Georgia" pitchFamily="34" charset="0"/>
                <a:ea typeface="Georgia" pitchFamily="34" charset="-122"/>
                <a:cs typeface="Georgia" pitchFamily="34" charset="-120"/>
              </a:rPr>
              <a:t>Key requirements we identified</a:t>
            </a:r>
            <a:endParaRPr lang="en-US" sz="1600"/>
          </a:p>
        </p:txBody>
      </p:sp>
      <p:sp>
        <p:nvSpPr>
          <p:cNvPr id="13" name="Text 10"/>
          <p:cNvSpPr/>
          <p:nvPr/>
        </p:nvSpPr>
        <p:spPr>
          <a:xfrm>
            <a:off x="6126480" y="2240280"/>
            <a:ext cx="5486400" cy="2194560"/>
          </a:xfrm>
          <a:prstGeom prst="rect">
            <a:avLst/>
          </a:prstGeom>
          <a:noFill/>
          <a:ln/>
        </p:spPr>
        <p:txBody>
          <a:bodyPr wrap="square" lIns="0" tIns="0" rIns="0" bIns="0" rtlCol="0" anchor="ctr"/>
          <a:lstStyle/>
          <a:p>
            <a:pPr marL="342900" indent="-342900">
              <a:spcAft>
                <a:spcPts val="400"/>
              </a:spcAft>
              <a:buSzPct val="100000"/>
              <a:buChar char="•"/>
            </a:pPr>
            <a:r>
              <a:rPr lang="en-US" sz="1300">
                <a:solidFill>
                  <a:srgbClr val="1A1A1A"/>
                </a:solidFill>
                <a:latin typeface="Calibri" pitchFamily="34" charset="0"/>
                <a:ea typeface="Calibri" pitchFamily="34" charset="-122"/>
                <a:cs typeface="Calibri" pitchFamily="34" charset="-120"/>
              </a:rPr>
              <a:t>Intuitive, minimal-step booking flow</a:t>
            </a:r>
            <a:endParaRPr lang="en-US" sz="1300"/>
          </a:p>
          <a:p>
            <a:pPr marL="342900" indent="-342900">
              <a:spcAft>
                <a:spcPts val="400"/>
              </a:spcAft>
              <a:buSzPct val="100000"/>
              <a:buChar char="•"/>
            </a:pPr>
            <a:r>
              <a:rPr lang="en-US" sz="1300">
                <a:solidFill>
                  <a:srgbClr val="1A1A1A"/>
                </a:solidFill>
                <a:latin typeface="Calibri" pitchFamily="34" charset="0"/>
                <a:ea typeface="Calibri" pitchFamily="34" charset="-122"/>
                <a:cs typeface="Calibri" pitchFamily="34" charset="-120"/>
              </a:rPr>
              <a:t>Clear feedback after every action</a:t>
            </a:r>
            <a:endParaRPr lang="en-US" sz="1300"/>
          </a:p>
          <a:p>
            <a:pPr marL="342900" indent="-342900">
              <a:spcAft>
                <a:spcPts val="400"/>
              </a:spcAft>
              <a:buSzPct val="100000"/>
              <a:buChar char="•"/>
            </a:pPr>
            <a:r>
              <a:rPr lang="en-US" sz="1300">
                <a:solidFill>
                  <a:srgbClr val="1A1A1A"/>
                </a:solidFill>
                <a:latin typeface="Calibri" pitchFamily="34" charset="0"/>
                <a:ea typeface="Calibri" pitchFamily="34" charset="-122"/>
                <a:cs typeface="Calibri" pitchFamily="34" charset="-120"/>
              </a:rPr>
              <a:t>Accessibility for users with disabilities</a:t>
            </a:r>
            <a:endParaRPr lang="en-US" sz="1300"/>
          </a:p>
          <a:p>
            <a:pPr marL="342900" indent="-342900">
              <a:spcAft>
                <a:spcPts val="400"/>
              </a:spcAft>
              <a:buSzPct val="100000"/>
              <a:buChar char="•"/>
            </a:pPr>
            <a:r>
              <a:rPr lang="en-US" sz="1300">
                <a:solidFill>
                  <a:srgbClr val="1A1A1A"/>
                </a:solidFill>
                <a:latin typeface="Calibri" pitchFamily="34" charset="0"/>
                <a:ea typeface="Calibri" pitchFamily="34" charset="-122"/>
                <a:cs typeface="Calibri" pitchFamily="34" charset="-120"/>
              </a:rPr>
              <a:t>Secure, private payment handling</a:t>
            </a:r>
            <a:endParaRPr lang="en-US" sz="1300"/>
          </a:p>
          <a:p>
            <a:pPr marL="342900" indent="-342900">
              <a:spcAft>
                <a:spcPts val="400"/>
              </a:spcAft>
              <a:buSzPct val="100000"/>
              <a:buChar char="•"/>
            </a:pPr>
            <a:r>
              <a:rPr lang="en-US" sz="1300">
                <a:solidFill>
                  <a:srgbClr val="1A1A1A"/>
                </a:solidFill>
                <a:latin typeface="Calibri" pitchFamily="34" charset="0"/>
                <a:ea typeface="Calibri" pitchFamily="34" charset="-122"/>
                <a:cs typeface="Calibri" pitchFamily="34" charset="-120"/>
              </a:rPr>
              <a:t>Tools to view, modify, or cancel bookings</a:t>
            </a:r>
            <a:endParaRPr lang="en-US" sz="1300"/>
          </a:p>
        </p:txBody>
      </p:sp>
      <p:pic>
        <p:nvPicPr>
          <p:cNvPr id="14" name="Image 1" descr="preencoded.png"/>
          <p:cNvPicPr>
            <a:picLocks noChangeAspect="1"/>
          </p:cNvPicPr>
          <p:nvPr/>
        </p:nvPicPr>
        <p:blipFill>
          <a:blip r:embed="rId4"/>
          <a:stretch>
            <a:fillRect/>
          </a:stretch>
        </p:blipFill>
        <p:spPr>
          <a:xfrm>
            <a:off x="6126480" y="4572000"/>
            <a:ext cx="365760" cy="365760"/>
          </a:xfrm>
          <a:prstGeom prst="rect">
            <a:avLst/>
          </a:prstGeom>
        </p:spPr>
      </p:pic>
      <p:sp>
        <p:nvSpPr>
          <p:cNvPr id="15" name="Text 11"/>
          <p:cNvSpPr/>
          <p:nvPr/>
        </p:nvSpPr>
        <p:spPr>
          <a:xfrm>
            <a:off x="6583680" y="4526280"/>
            <a:ext cx="5029200" cy="411480"/>
          </a:xfrm>
          <a:prstGeom prst="rect">
            <a:avLst/>
          </a:prstGeom>
          <a:noFill/>
          <a:ln/>
        </p:spPr>
        <p:txBody>
          <a:bodyPr wrap="square" lIns="0" tIns="0" rIns="0" bIns="0" rtlCol="0" anchor="ctr"/>
          <a:lstStyle/>
          <a:p>
            <a:pPr marL="0" indent="0">
              <a:buNone/>
            </a:pPr>
            <a:r>
              <a:rPr lang="en-US" sz="1600" b="1">
                <a:solidFill>
                  <a:srgbClr val="0B2545"/>
                </a:solidFill>
                <a:latin typeface="Georgia" pitchFamily="34" charset="0"/>
                <a:ea typeface="Georgia" pitchFamily="34" charset="-122"/>
                <a:cs typeface="Georgia" pitchFamily="34" charset="-120"/>
              </a:rPr>
              <a:t>Target users</a:t>
            </a:r>
            <a:endParaRPr lang="en-US" sz="1600"/>
          </a:p>
        </p:txBody>
      </p:sp>
      <p:sp>
        <p:nvSpPr>
          <p:cNvPr id="16" name="Text 12"/>
          <p:cNvSpPr/>
          <p:nvPr/>
        </p:nvSpPr>
        <p:spPr>
          <a:xfrm>
            <a:off x="6126480" y="4983480"/>
            <a:ext cx="5486400" cy="914400"/>
          </a:xfrm>
          <a:prstGeom prst="rect">
            <a:avLst/>
          </a:prstGeom>
          <a:noFill/>
          <a:ln/>
        </p:spPr>
        <p:txBody>
          <a:bodyPr wrap="square" lIns="0" tIns="0" rIns="0" bIns="0" rtlCol="0" anchor="ctr"/>
          <a:lstStyle/>
          <a:p>
            <a:pPr marL="0" indent="0">
              <a:buNone/>
            </a:pPr>
            <a:r>
              <a:rPr lang="en-US" sz="1300" i="1">
                <a:solidFill>
                  <a:srgbClr val="1A1A1A"/>
                </a:solidFill>
                <a:latin typeface="Calibri" pitchFamily="34" charset="0"/>
                <a:ea typeface="Calibri" pitchFamily="34" charset="-122"/>
                <a:cs typeface="Calibri" pitchFamily="34" charset="-120"/>
              </a:rPr>
              <a:t>Students, families, business travelers, elderly users, and international travelers.</a:t>
            </a:r>
            <a:endParaRPr lang="en-US" sz="1300"/>
          </a:p>
        </p:txBody>
      </p:sp>
      <p:sp>
        <p:nvSpPr>
          <p:cNvPr id="17" name="Shape 13"/>
          <p:cNvSpPr/>
          <p:nvPr/>
        </p:nvSpPr>
        <p:spPr>
          <a:xfrm>
            <a:off x="0" y="6537960"/>
            <a:ext cx="12161520" cy="320040"/>
          </a:xfrm>
          <a:prstGeom prst="rect">
            <a:avLst/>
          </a:prstGeom>
          <a:solidFill>
            <a:srgbClr val="0B2545"/>
          </a:solidFill>
          <a:ln w="12700">
            <a:solidFill>
              <a:srgbClr val="0B2545"/>
            </a:solidFill>
            <a:prstDash val="solid"/>
          </a:ln>
        </p:spPr>
      </p:sp>
      <p:sp>
        <p:nvSpPr>
          <p:cNvPr id="18" name="Text 14"/>
          <p:cNvSpPr/>
          <p:nvPr/>
        </p:nvSpPr>
        <p:spPr>
          <a:xfrm>
            <a:off x="457200" y="6547104"/>
            <a:ext cx="7315200" cy="301752"/>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Group 6  •  COSC 3P94  •  Airline Website</a:t>
            </a:r>
            <a:endParaRPr lang="en-US" sz="1000"/>
          </a:p>
        </p:txBody>
      </p:sp>
      <p:sp>
        <p:nvSpPr>
          <p:cNvPr id="19" name="Text 15"/>
          <p:cNvSpPr/>
          <p:nvPr/>
        </p:nvSpPr>
        <p:spPr>
          <a:xfrm>
            <a:off x="10789920" y="6547104"/>
            <a:ext cx="914400" cy="301752"/>
          </a:xfrm>
          <a:prstGeom prst="rect">
            <a:avLst/>
          </a:prstGeom>
          <a:noFill/>
          <a:ln/>
        </p:spPr>
        <p:txBody>
          <a:bodyPr wrap="square" lIns="0" tIns="0" rIns="0" bIns="0" rtlCol="0" anchor="ctr"/>
          <a:lstStyle/>
          <a:p>
            <a:pPr marL="0" indent="0" algn="r">
              <a:buNone/>
            </a:pPr>
            <a:r>
              <a:rPr lang="en-US" sz="1000">
                <a:solidFill>
                  <a:srgbClr val="FFFFFF"/>
                </a:solidFill>
                <a:latin typeface="Calibri" pitchFamily="34" charset="0"/>
                <a:ea typeface="Calibri" pitchFamily="34" charset="-122"/>
                <a:cs typeface="Calibri" pitchFamily="34" charset="-120"/>
              </a:rPr>
              <a:t>3 / 13</a:t>
            </a:r>
            <a:endParaRPr lang="en-US" sz="10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100" b="1" kern="0" spc="400">
                <a:solidFill>
                  <a:srgbClr val="F4A261"/>
                </a:solidFill>
                <a:latin typeface="Calibri" pitchFamily="34" charset="0"/>
                <a:ea typeface="Calibri" pitchFamily="34" charset="-122"/>
                <a:cs typeface="Calibri" pitchFamily="34" charset="-120"/>
              </a:rPr>
              <a:t>STAGE 1  •  COMPETITOR ANALYSIS</a:t>
            </a:r>
            <a:endParaRPr lang="en-US" sz="110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000" b="1">
                <a:solidFill>
                  <a:srgbClr val="0B2545"/>
                </a:solidFill>
                <a:latin typeface="Georgia" pitchFamily="34" charset="0"/>
                <a:ea typeface="Georgia" pitchFamily="34" charset="-122"/>
                <a:cs typeface="Georgia" pitchFamily="34" charset="-120"/>
              </a:rPr>
              <a:t>What three airlines taught us</a:t>
            </a:r>
            <a:endParaRPr lang="en-US" sz="3000"/>
          </a:p>
        </p:txBody>
      </p:sp>
      <p:sp>
        <p:nvSpPr>
          <p:cNvPr id="4" name="Shape 2"/>
          <p:cNvSpPr/>
          <p:nvPr/>
        </p:nvSpPr>
        <p:spPr>
          <a:xfrm>
            <a:off x="411480" y="1964623"/>
            <a:ext cx="3657600" cy="3886200"/>
          </a:xfrm>
          <a:prstGeom prst="rect">
            <a:avLst/>
          </a:prstGeom>
          <a:solidFill>
            <a:srgbClr val="F7F3EE"/>
          </a:solidFill>
          <a:ln w="9525">
            <a:solidFill>
              <a:srgbClr val="E5E7EB"/>
            </a:solidFill>
            <a:prstDash val="solid"/>
          </a:ln>
        </p:spPr>
      </p:sp>
      <p:sp>
        <p:nvSpPr>
          <p:cNvPr id="5" name="Shape 3"/>
          <p:cNvSpPr/>
          <p:nvPr/>
        </p:nvSpPr>
        <p:spPr>
          <a:xfrm>
            <a:off x="411480" y="1964623"/>
            <a:ext cx="109728" cy="3886200"/>
          </a:xfrm>
          <a:prstGeom prst="rect">
            <a:avLst/>
          </a:prstGeom>
          <a:solidFill>
            <a:srgbClr val="1E4D8C"/>
          </a:solidFill>
          <a:ln w="12700">
            <a:solidFill>
              <a:srgbClr val="1E4D8C"/>
            </a:solidFill>
            <a:prstDash val="solid"/>
          </a:ln>
        </p:spPr>
      </p:sp>
      <p:sp>
        <p:nvSpPr>
          <p:cNvPr id="6" name="Text 4"/>
          <p:cNvSpPr/>
          <p:nvPr/>
        </p:nvSpPr>
        <p:spPr>
          <a:xfrm>
            <a:off x="685800" y="1965960"/>
            <a:ext cx="3200400" cy="457200"/>
          </a:xfrm>
          <a:prstGeom prst="rect">
            <a:avLst/>
          </a:prstGeom>
          <a:noFill/>
          <a:ln/>
        </p:spPr>
        <p:txBody>
          <a:bodyPr wrap="square" lIns="0" tIns="0" rIns="0" bIns="0" rtlCol="0" anchor="ctr"/>
          <a:lstStyle/>
          <a:p>
            <a:pPr marL="0" indent="0">
              <a:buNone/>
            </a:pPr>
            <a:r>
              <a:rPr lang="en-US" sz="2200" b="1">
                <a:solidFill>
                  <a:srgbClr val="0B2545"/>
                </a:solidFill>
                <a:latin typeface="Georgia" pitchFamily="34" charset="0"/>
                <a:ea typeface="Georgia" pitchFamily="34" charset="-122"/>
                <a:cs typeface="Georgia" pitchFamily="34" charset="-120"/>
              </a:rPr>
              <a:t>Air Canada</a:t>
            </a:r>
            <a:endParaRPr lang="en-US" sz="2200"/>
          </a:p>
        </p:txBody>
      </p:sp>
      <p:sp>
        <p:nvSpPr>
          <p:cNvPr id="7" name="Text 5"/>
          <p:cNvSpPr/>
          <p:nvPr/>
        </p:nvSpPr>
        <p:spPr>
          <a:xfrm>
            <a:off x="685800" y="2468880"/>
            <a:ext cx="3200400" cy="365760"/>
          </a:xfrm>
          <a:prstGeom prst="rect">
            <a:avLst/>
          </a:prstGeom>
          <a:noFill/>
          <a:ln/>
        </p:spPr>
        <p:txBody>
          <a:bodyPr wrap="square" lIns="0" tIns="0" rIns="0" bIns="0" rtlCol="0" anchor="ctr"/>
          <a:lstStyle/>
          <a:p>
            <a:pPr marL="0" indent="0">
              <a:buNone/>
            </a:pPr>
            <a:r>
              <a:rPr lang="en-US" sz="1200" b="1" i="1">
                <a:solidFill>
                  <a:srgbClr val="1E4D8C"/>
                </a:solidFill>
                <a:latin typeface="Calibri" pitchFamily="34" charset="0"/>
                <a:ea typeface="Calibri" pitchFamily="34" charset="-122"/>
                <a:cs typeface="Calibri" pitchFamily="34" charset="-120"/>
              </a:rPr>
              <a:t>Feature-complete but dense</a:t>
            </a:r>
            <a:endParaRPr lang="en-US" sz="1200"/>
          </a:p>
        </p:txBody>
      </p:sp>
      <p:sp>
        <p:nvSpPr>
          <p:cNvPr id="8" name="Text 6"/>
          <p:cNvSpPr/>
          <p:nvPr/>
        </p:nvSpPr>
        <p:spPr>
          <a:xfrm>
            <a:off x="685800" y="2971800"/>
            <a:ext cx="3200400" cy="228600"/>
          </a:xfrm>
          <a:prstGeom prst="rect">
            <a:avLst/>
          </a:prstGeom>
          <a:noFill/>
          <a:ln/>
        </p:spPr>
        <p:txBody>
          <a:bodyPr wrap="square" lIns="0" tIns="0" rIns="0" bIns="0" rtlCol="0" anchor="ctr"/>
          <a:lstStyle/>
          <a:p>
            <a:pPr marL="0" indent="0">
              <a:buNone/>
            </a:pPr>
            <a:r>
              <a:rPr lang="en-US" sz="1000" b="1" kern="0" spc="300">
                <a:solidFill>
                  <a:srgbClr val="6B7280"/>
                </a:solidFill>
                <a:latin typeface="Calibri" pitchFamily="34" charset="0"/>
                <a:ea typeface="Calibri" pitchFamily="34" charset="-122"/>
                <a:cs typeface="Calibri" pitchFamily="34" charset="-120"/>
              </a:rPr>
              <a:t>STRENGTHS</a:t>
            </a:r>
            <a:endParaRPr lang="en-US" sz="1000"/>
          </a:p>
        </p:txBody>
      </p:sp>
      <p:sp>
        <p:nvSpPr>
          <p:cNvPr id="9" name="Text 7"/>
          <p:cNvSpPr/>
          <p:nvPr/>
        </p:nvSpPr>
        <p:spPr>
          <a:xfrm>
            <a:off x="685800" y="3200400"/>
            <a:ext cx="3200400" cy="1097280"/>
          </a:xfrm>
          <a:prstGeom prst="rect">
            <a:avLst/>
          </a:prstGeom>
          <a:noFill/>
          <a:ln/>
        </p:spPr>
        <p:txBody>
          <a:bodyPr wrap="square" lIns="0" tIns="0" rIns="0" bIns="0" rtlCol="0" anchor="ctr"/>
          <a:lstStyle/>
          <a:p>
            <a:pPr marL="0" indent="0">
              <a:buNone/>
            </a:pPr>
            <a:r>
              <a:rPr lang="en-US" sz="1200">
                <a:solidFill>
                  <a:srgbClr val="1A1A1A"/>
                </a:solidFill>
                <a:latin typeface="Calibri" pitchFamily="34" charset="0"/>
                <a:ea typeface="Calibri" pitchFamily="34" charset="-122"/>
                <a:cs typeface="Calibri" pitchFamily="34" charset="-120"/>
              </a:rPr>
              <a:t>Comprehensive fare breakdown, strong accessibility content, reliable session handling.</a:t>
            </a:r>
            <a:endParaRPr lang="en-US" sz="1200"/>
          </a:p>
        </p:txBody>
      </p:sp>
      <p:sp>
        <p:nvSpPr>
          <p:cNvPr id="10" name="Text 8"/>
          <p:cNvSpPr/>
          <p:nvPr/>
        </p:nvSpPr>
        <p:spPr>
          <a:xfrm>
            <a:off x="685800" y="4389120"/>
            <a:ext cx="3200400" cy="228600"/>
          </a:xfrm>
          <a:prstGeom prst="rect">
            <a:avLst/>
          </a:prstGeom>
          <a:noFill/>
          <a:ln/>
        </p:spPr>
        <p:txBody>
          <a:bodyPr wrap="square" lIns="0" tIns="0" rIns="0" bIns="0" rtlCol="0" anchor="ctr"/>
          <a:lstStyle/>
          <a:p>
            <a:pPr marL="0" indent="0">
              <a:buNone/>
            </a:pPr>
            <a:r>
              <a:rPr lang="en-US" sz="1000" b="1" kern="0" spc="300">
                <a:solidFill>
                  <a:srgbClr val="6B7280"/>
                </a:solidFill>
                <a:latin typeface="Calibri" pitchFamily="34" charset="0"/>
                <a:ea typeface="Calibri" pitchFamily="34" charset="-122"/>
                <a:cs typeface="Calibri" pitchFamily="34" charset="-120"/>
              </a:rPr>
              <a:t>WEAKNESSES</a:t>
            </a:r>
            <a:endParaRPr lang="en-US" sz="1000"/>
          </a:p>
        </p:txBody>
      </p:sp>
      <p:sp>
        <p:nvSpPr>
          <p:cNvPr id="11" name="Text 9"/>
          <p:cNvSpPr/>
          <p:nvPr/>
        </p:nvSpPr>
        <p:spPr>
          <a:xfrm>
            <a:off x="685800" y="4617720"/>
            <a:ext cx="3200400" cy="914400"/>
          </a:xfrm>
          <a:prstGeom prst="rect">
            <a:avLst/>
          </a:prstGeom>
          <a:noFill/>
          <a:ln/>
        </p:spPr>
        <p:txBody>
          <a:bodyPr wrap="square" lIns="0" tIns="0" rIns="0" bIns="0" rtlCol="0" anchor="ctr"/>
          <a:lstStyle/>
          <a:p>
            <a:pPr marL="0" indent="0">
              <a:buNone/>
            </a:pPr>
            <a:r>
              <a:rPr lang="en-US" sz="1200">
                <a:solidFill>
                  <a:srgbClr val="1A1A1A"/>
                </a:solidFill>
                <a:latin typeface="Calibri" pitchFamily="34" charset="0"/>
                <a:ea typeface="Calibri" pitchFamily="34" charset="-122"/>
                <a:cs typeface="Calibri" pitchFamily="34" charset="-120"/>
              </a:rPr>
              <a:t>Results page feels crowded; upselling interrupts flow.</a:t>
            </a:r>
            <a:endParaRPr lang="en-US" sz="1200"/>
          </a:p>
        </p:txBody>
      </p:sp>
      <p:sp>
        <p:nvSpPr>
          <p:cNvPr id="12" name="Shape 10"/>
          <p:cNvSpPr/>
          <p:nvPr/>
        </p:nvSpPr>
        <p:spPr>
          <a:xfrm>
            <a:off x="4265328" y="1964623"/>
            <a:ext cx="3657600" cy="3886200"/>
          </a:xfrm>
          <a:prstGeom prst="rect">
            <a:avLst/>
          </a:prstGeom>
          <a:solidFill>
            <a:srgbClr val="F7F3EE"/>
          </a:solidFill>
          <a:ln w="9525">
            <a:solidFill>
              <a:srgbClr val="E5E7EB"/>
            </a:solidFill>
            <a:prstDash val="solid"/>
          </a:ln>
        </p:spPr>
      </p:sp>
      <p:sp>
        <p:nvSpPr>
          <p:cNvPr id="13" name="Shape 11"/>
          <p:cNvSpPr/>
          <p:nvPr/>
        </p:nvSpPr>
        <p:spPr>
          <a:xfrm>
            <a:off x="4265328" y="1964623"/>
            <a:ext cx="109728" cy="3886200"/>
          </a:xfrm>
          <a:prstGeom prst="rect">
            <a:avLst/>
          </a:prstGeom>
          <a:solidFill>
            <a:srgbClr val="2A9D8F"/>
          </a:solidFill>
          <a:ln w="12700">
            <a:solidFill>
              <a:srgbClr val="2A9D8F"/>
            </a:solidFill>
            <a:prstDash val="solid"/>
          </a:ln>
        </p:spPr>
      </p:sp>
      <p:sp>
        <p:nvSpPr>
          <p:cNvPr id="14" name="Text 12"/>
          <p:cNvSpPr/>
          <p:nvPr/>
        </p:nvSpPr>
        <p:spPr>
          <a:xfrm>
            <a:off x="4526280" y="1965960"/>
            <a:ext cx="3200400" cy="457200"/>
          </a:xfrm>
          <a:prstGeom prst="rect">
            <a:avLst/>
          </a:prstGeom>
          <a:noFill/>
          <a:ln/>
        </p:spPr>
        <p:txBody>
          <a:bodyPr wrap="square" lIns="0" tIns="0" rIns="0" bIns="0" rtlCol="0" anchor="ctr"/>
          <a:lstStyle/>
          <a:p>
            <a:pPr marL="0" indent="0">
              <a:buNone/>
            </a:pPr>
            <a:r>
              <a:rPr lang="en-US" sz="2200" b="1">
                <a:solidFill>
                  <a:srgbClr val="0B2545"/>
                </a:solidFill>
                <a:latin typeface="Georgia" pitchFamily="34" charset="0"/>
                <a:ea typeface="Georgia" pitchFamily="34" charset="-122"/>
                <a:cs typeface="Georgia" pitchFamily="34" charset="-120"/>
              </a:rPr>
              <a:t>Saudia</a:t>
            </a:r>
            <a:endParaRPr lang="en-US" sz="2200"/>
          </a:p>
        </p:txBody>
      </p:sp>
      <p:sp>
        <p:nvSpPr>
          <p:cNvPr id="15" name="Text 13"/>
          <p:cNvSpPr/>
          <p:nvPr/>
        </p:nvSpPr>
        <p:spPr>
          <a:xfrm>
            <a:off x="4526280" y="2468880"/>
            <a:ext cx="3200400" cy="365760"/>
          </a:xfrm>
          <a:prstGeom prst="rect">
            <a:avLst/>
          </a:prstGeom>
          <a:noFill/>
          <a:ln/>
        </p:spPr>
        <p:txBody>
          <a:bodyPr wrap="square" lIns="0" tIns="0" rIns="0" bIns="0" rtlCol="0" anchor="ctr"/>
          <a:lstStyle/>
          <a:p>
            <a:pPr marL="0" indent="0">
              <a:buNone/>
            </a:pPr>
            <a:r>
              <a:rPr lang="en-US" sz="1200" b="1" i="1">
                <a:solidFill>
                  <a:srgbClr val="2A9D8F"/>
                </a:solidFill>
                <a:latin typeface="Calibri" pitchFamily="34" charset="0"/>
                <a:ea typeface="Calibri" pitchFamily="34" charset="-122"/>
                <a:cs typeface="Calibri" pitchFamily="34" charset="-120"/>
              </a:rPr>
              <a:t>Clean flow, visually busy</a:t>
            </a:r>
            <a:endParaRPr lang="en-US" sz="1200"/>
          </a:p>
        </p:txBody>
      </p:sp>
      <p:sp>
        <p:nvSpPr>
          <p:cNvPr id="16" name="Text 14"/>
          <p:cNvSpPr/>
          <p:nvPr/>
        </p:nvSpPr>
        <p:spPr>
          <a:xfrm>
            <a:off x="4526280" y="2971800"/>
            <a:ext cx="3200400" cy="228600"/>
          </a:xfrm>
          <a:prstGeom prst="rect">
            <a:avLst/>
          </a:prstGeom>
          <a:noFill/>
          <a:ln/>
        </p:spPr>
        <p:txBody>
          <a:bodyPr wrap="square" lIns="0" tIns="0" rIns="0" bIns="0" rtlCol="0" anchor="ctr"/>
          <a:lstStyle/>
          <a:p>
            <a:pPr marL="0" indent="0">
              <a:buNone/>
            </a:pPr>
            <a:r>
              <a:rPr lang="en-US" sz="1000" b="1" kern="0" spc="300">
                <a:solidFill>
                  <a:srgbClr val="6B7280"/>
                </a:solidFill>
                <a:latin typeface="Calibri" pitchFamily="34" charset="0"/>
                <a:ea typeface="Calibri" pitchFamily="34" charset="-122"/>
                <a:cs typeface="Calibri" pitchFamily="34" charset="-120"/>
              </a:rPr>
              <a:t>STRENGTHS</a:t>
            </a:r>
            <a:endParaRPr lang="en-US" sz="1000"/>
          </a:p>
        </p:txBody>
      </p:sp>
      <p:sp>
        <p:nvSpPr>
          <p:cNvPr id="17" name="Text 15"/>
          <p:cNvSpPr/>
          <p:nvPr/>
        </p:nvSpPr>
        <p:spPr>
          <a:xfrm>
            <a:off x="4526280" y="3200400"/>
            <a:ext cx="3200400" cy="1097280"/>
          </a:xfrm>
          <a:prstGeom prst="rect">
            <a:avLst/>
          </a:prstGeom>
          <a:noFill/>
          <a:ln/>
        </p:spPr>
        <p:txBody>
          <a:bodyPr wrap="square" lIns="0" tIns="0" rIns="0" bIns="0" rtlCol="0" anchor="ctr"/>
          <a:lstStyle/>
          <a:p>
            <a:pPr marL="0" indent="0">
              <a:buNone/>
            </a:pPr>
            <a:r>
              <a:rPr lang="en-US" sz="1200">
                <a:solidFill>
                  <a:srgbClr val="1A1A1A"/>
                </a:solidFill>
                <a:latin typeface="Calibri" pitchFamily="34" charset="0"/>
                <a:ea typeface="Calibri" pitchFamily="34" charset="-122"/>
                <a:cs typeface="Calibri" pitchFamily="34" charset="-120"/>
              </a:rPr>
              <a:t>Clear step progression, AI assistant, multilingual support, flexible date view.</a:t>
            </a:r>
            <a:endParaRPr lang="en-US" sz="1200"/>
          </a:p>
        </p:txBody>
      </p:sp>
      <p:sp>
        <p:nvSpPr>
          <p:cNvPr id="18" name="Text 16"/>
          <p:cNvSpPr/>
          <p:nvPr/>
        </p:nvSpPr>
        <p:spPr>
          <a:xfrm>
            <a:off x="4526280" y="4389120"/>
            <a:ext cx="3200400" cy="228600"/>
          </a:xfrm>
          <a:prstGeom prst="rect">
            <a:avLst/>
          </a:prstGeom>
          <a:noFill/>
          <a:ln/>
        </p:spPr>
        <p:txBody>
          <a:bodyPr wrap="square" lIns="0" tIns="0" rIns="0" bIns="0" rtlCol="0" anchor="ctr"/>
          <a:lstStyle/>
          <a:p>
            <a:pPr marL="0" indent="0">
              <a:buNone/>
            </a:pPr>
            <a:r>
              <a:rPr lang="en-US" sz="1000" b="1" kern="0" spc="300">
                <a:solidFill>
                  <a:srgbClr val="6B7280"/>
                </a:solidFill>
                <a:latin typeface="Calibri" pitchFamily="34" charset="0"/>
                <a:ea typeface="Calibri" pitchFamily="34" charset="-122"/>
                <a:cs typeface="Calibri" pitchFamily="34" charset="-120"/>
              </a:rPr>
              <a:t>WEAKNESSES</a:t>
            </a:r>
            <a:endParaRPr lang="en-US" sz="1000"/>
          </a:p>
        </p:txBody>
      </p:sp>
      <p:sp>
        <p:nvSpPr>
          <p:cNvPr id="19" name="Text 17"/>
          <p:cNvSpPr/>
          <p:nvPr/>
        </p:nvSpPr>
        <p:spPr>
          <a:xfrm>
            <a:off x="4526280" y="4617720"/>
            <a:ext cx="3200400" cy="914400"/>
          </a:xfrm>
          <a:prstGeom prst="rect">
            <a:avLst/>
          </a:prstGeom>
          <a:noFill/>
          <a:ln/>
        </p:spPr>
        <p:txBody>
          <a:bodyPr wrap="square" lIns="0" tIns="0" rIns="0" bIns="0" rtlCol="0" anchor="ctr"/>
          <a:lstStyle/>
          <a:p>
            <a:pPr marL="0" indent="0">
              <a:buNone/>
            </a:pPr>
            <a:r>
              <a:rPr lang="en-US" sz="1200">
                <a:solidFill>
                  <a:srgbClr val="1A1A1A"/>
                </a:solidFill>
                <a:latin typeface="Calibri" pitchFamily="34" charset="0"/>
                <a:ea typeface="Calibri" pitchFamily="34" charset="-122"/>
                <a:cs typeface="Calibri" pitchFamily="34" charset="-120"/>
              </a:rPr>
              <a:t>Form-heavy, visually rich backgrounds compete with the task.</a:t>
            </a:r>
            <a:endParaRPr lang="en-US" sz="1200"/>
          </a:p>
        </p:txBody>
      </p:sp>
      <p:sp>
        <p:nvSpPr>
          <p:cNvPr id="20" name="Shape 18"/>
          <p:cNvSpPr/>
          <p:nvPr/>
        </p:nvSpPr>
        <p:spPr>
          <a:xfrm>
            <a:off x="8092440" y="1964623"/>
            <a:ext cx="3657600" cy="3886200"/>
          </a:xfrm>
          <a:prstGeom prst="rect">
            <a:avLst/>
          </a:prstGeom>
          <a:solidFill>
            <a:srgbClr val="F7F3EE"/>
          </a:solidFill>
          <a:ln w="9525">
            <a:solidFill>
              <a:srgbClr val="E5E7EB"/>
            </a:solidFill>
            <a:prstDash val="solid"/>
          </a:ln>
        </p:spPr>
      </p:sp>
      <p:sp>
        <p:nvSpPr>
          <p:cNvPr id="21" name="Shape 19"/>
          <p:cNvSpPr/>
          <p:nvPr/>
        </p:nvSpPr>
        <p:spPr>
          <a:xfrm>
            <a:off x="8092440" y="1964623"/>
            <a:ext cx="109728" cy="3886200"/>
          </a:xfrm>
          <a:prstGeom prst="rect">
            <a:avLst/>
          </a:prstGeom>
          <a:solidFill>
            <a:srgbClr val="F4A261"/>
          </a:solidFill>
          <a:ln w="12700">
            <a:solidFill>
              <a:srgbClr val="F4A261"/>
            </a:solidFill>
            <a:prstDash val="solid"/>
          </a:ln>
        </p:spPr>
      </p:sp>
      <p:sp>
        <p:nvSpPr>
          <p:cNvPr id="22" name="Text 20"/>
          <p:cNvSpPr/>
          <p:nvPr/>
        </p:nvSpPr>
        <p:spPr>
          <a:xfrm>
            <a:off x="8366760" y="1965960"/>
            <a:ext cx="3200400" cy="457200"/>
          </a:xfrm>
          <a:prstGeom prst="rect">
            <a:avLst/>
          </a:prstGeom>
          <a:noFill/>
          <a:ln/>
        </p:spPr>
        <p:txBody>
          <a:bodyPr wrap="square" lIns="0" tIns="0" rIns="0" bIns="0" rtlCol="0" anchor="ctr"/>
          <a:lstStyle/>
          <a:p>
            <a:pPr marL="0" indent="0">
              <a:buNone/>
            </a:pPr>
            <a:r>
              <a:rPr lang="en-US" sz="2200" b="1">
                <a:solidFill>
                  <a:srgbClr val="0B2545"/>
                </a:solidFill>
                <a:latin typeface="Georgia" pitchFamily="34" charset="0"/>
                <a:ea typeface="Georgia" pitchFamily="34" charset="-122"/>
                <a:cs typeface="Georgia" pitchFamily="34" charset="-120"/>
              </a:rPr>
              <a:t>Emirates</a:t>
            </a:r>
            <a:endParaRPr lang="en-US" sz="2200"/>
          </a:p>
        </p:txBody>
      </p:sp>
      <p:sp>
        <p:nvSpPr>
          <p:cNvPr id="23" name="Text 21"/>
          <p:cNvSpPr/>
          <p:nvPr/>
        </p:nvSpPr>
        <p:spPr>
          <a:xfrm>
            <a:off x="8366760" y="2468880"/>
            <a:ext cx="3200400" cy="365760"/>
          </a:xfrm>
          <a:prstGeom prst="rect">
            <a:avLst/>
          </a:prstGeom>
          <a:noFill/>
          <a:ln/>
        </p:spPr>
        <p:txBody>
          <a:bodyPr wrap="square" lIns="0" tIns="0" rIns="0" bIns="0" rtlCol="0" anchor="ctr"/>
          <a:lstStyle/>
          <a:p>
            <a:pPr marL="0" indent="0">
              <a:buNone/>
            </a:pPr>
            <a:r>
              <a:rPr lang="en-US" sz="1200" b="1" i="1">
                <a:solidFill>
                  <a:srgbClr val="F4A261"/>
                </a:solidFill>
                <a:latin typeface="Calibri" pitchFamily="34" charset="0"/>
                <a:ea typeface="Calibri" pitchFamily="34" charset="-122"/>
                <a:cs typeface="Calibri" pitchFamily="34" charset="-120"/>
              </a:rPr>
              <a:t>Best balance we saw</a:t>
            </a:r>
            <a:endParaRPr lang="en-US" sz="1200"/>
          </a:p>
        </p:txBody>
      </p:sp>
      <p:sp>
        <p:nvSpPr>
          <p:cNvPr id="24" name="Text 22"/>
          <p:cNvSpPr/>
          <p:nvPr/>
        </p:nvSpPr>
        <p:spPr>
          <a:xfrm>
            <a:off x="8366760" y="2971800"/>
            <a:ext cx="3200400" cy="228600"/>
          </a:xfrm>
          <a:prstGeom prst="rect">
            <a:avLst/>
          </a:prstGeom>
          <a:noFill/>
          <a:ln/>
        </p:spPr>
        <p:txBody>
          <a:bodyPr wrap="square" lIns="0" tIns="0" rIns="0" bIns="0" rtlCol="0" anchor="ctr"/>
          <a:lstStyle/>
          <a:p>
            <a:pPr marL="0" indent="0">
              <a:buNone/>
            </a:pPr>
            <a:r>
              <a:rPr lang="en-US" sz="1000" b="1" kern="0" spc="300">
                <a:solidFill>
                  <a:srgbClr val="6B7280"/>
                </a:solidFill>
                <a:latin typeface="Calibri" pitchFamily="34" charset="0"/>
                <a:ea typeface="Calibri" pitchFamily="34" charset="-122"/>
                <a:cs typeface="Calibri" pitchFamily="34" charset="-120"/>
              </a:rPr>
              <a:t>STRENGTHS</a:t>
            </a:r>
            <a:endParaRPr lang="en-US" sz="1000"/>
          </a:p>
        </p:txBody>
      </p:sp>
      <p:sp>
        <p:nvSpPr>
          <p:cNvPr id="25" name="Text 23"/>
          <p:cNvSpPr/>
          <p:nvPr/>
        </p:nvSpPr>
        <p:spPr>
          <a:xfrm>
            <a:off x="8366760" y="3200400"/>
            <a:ext cx="3200400" cy="1097280"/>
          </a:xfrm>
          <a:prstGeom prst="rect">
            <a:avLst/>
          </a:prstGeom>
          <a:noFill/>
          <a:ln/>
        </p:spPr>
        <p:txBody>
          <a:bodyPr wrap="square" lIns="0" tIns="0" rIns="0" bIns="0" rtlCol="0" anchor="ctr"/>
          <a:lstStyle/>
          <a:p>
            <a:pPr marL="0" indent="0">
              <a:buNone/>
            </a:pPr>
            <a:r>
              <a:rPr lang="en-US" sz="1200">
                <a:solidFill>
                  <a:srgbClr val="1A1A1A"/>
                </a:solidFill>
                <a:latin typeface="Calibri" pitchFamily="34" charset="0"/>
                <a:ea typeface="Calibri" pitchFamily="34" charset="-122"/>
                <a:cs typeface="Calibri" pitchFamily="34" charset="-120"/>
              </a:rPr>
              <a:t>Progressive disclosure, transparent fare families, strong visual hierarchy.</a:t>
            </a:r>
            <a:endParaRPr lang="en-US" sz="1200"/>
          </a:p>
        </p:txBody>
      </p:sp>
      <p:sp>
        <p:nvSpPr>
          <p:cNvPr id="26" name="Text 24"/>
          <p:cNvSpPr/>
          <p:nvPr/>
        </p:nvSpPr>
        <p:spPr>
          <a:xfrm>
            <a:off x="8366760" y="4389120"/>
            <a:ext cx="3200400" cy="228600"/>
          </a:xfrm>
          <a:prstGeom prst="rect">
            <a:avLst/>
          </a:prstGeom>
          <a:noFill/>
          <a:ln/>
        </p:spPr>
        <p:txBody>
          <a:bodyPr wrap="square" lIns="0" tIns="0" rIns="0" bIns="0" rtlCol="0" anchor="ctr"/>
          <a:lstStyle/>
          <a:p>
            <a:pPr marL="0" indent="0">
              <a:buNone/>
            </a:pPr>
            <a:r>
              <a:rPr lang="en-US" sz="1000" b="1" kern="0" spc="300">
                <a:solidFill>
                  <a:srgbClr val="6B7280"/>
                </a:solidFill>
                <a:latin typeface="Calibri" pitchFamily="34" charset="0"/>
                <a:ea typeface="Calibri" pitchFamily="34" charset="-122"/>
                <a:cs typeface="Calibri" pitchFamily="34" charset="-120"/>
              </a:rPr>
              <a:t>WEAKNESSES</a:t>
            </a:r>
            <a:endParaRPr lang="en-US" sz="1000"/>
          </a:p>
        </p:txBody>
      </p:sp>
      <p:sp>
        <p:nvSpPr>
          <p:cNvPr id="27" name="Text 25"/>
          <p:cNvSpPr/>
          <p:nvPr/>
        </p:nvSpPr>
        <p:spPr>
          <a:xfrm>
            <a:off x="8366760" y="4617720"/>
            <a:ext cx="3200400" cy="914400"/>
          </a:xfrm>
          <a:prstGeom prst="rect">
            <a:avLst/>
          </a:prstGeom>
          <a:noFill/>
          <a:ln/>
        </p:spPr>
        <p:txBody>
          <a:bodyPr wrap="square" lIns="0" tIns="0" rIns="0" bIns="0" rtlCol="0" anchor="ctr"/>
          <a:lstStyle/>
          <a:p>
            <a:pPr marL="0" indent="0">
              <a:buNone/>
            </a:pPr>
            <a:r>
              <a:rPr lang="en-US" sz="1200">
                <a:solidFill>
                  <a:srgbClr val="1A1A1A"/>
                </a:solidFill>
                <a:latin typeface="Calibri" pitchFamily="34" charset="0"/>
                <a:ea typeface="Calibri" pitchFamily="34" charset="-122"/>
                <a:cs typeface="Calibri" pitchFamily="34" charset="-120"/>
              </a:rPr>
              <a:t>Still some optional services to manage, but integrated cleanly.</a:t>
            </a:r>
            <a:endParaRPr lang="en-US" sz="1200"/>
          </a:p>
        </p:txBody>
      </p:sp>
      <p:sp>
        <p:nvSpPr>
          <p:cNvPr id="30" name="Shape 27"/>
          <p:cNvSpPr/>
          <p:nvPr/>
        </p:nvSpPr>
        <p:spPr>
          <a:xfrm>
            <a:off x="0" y="6537960"/>
            <a:ext cx="12161520" cy="320040"/>
          </a:xfrm>
          <a:prstGeom prst="rect">
            <a:avLst/>
          </a:prstGeom>
          <a:solidFill>
            <a:srgbClr val="0B2545"/>
          </a:solidFill>
          <a:ln w="12700">
            <a:solidFill>
              <a:srgbClr val="0B2545"/>
            </a:solidFill>
            <a:prstDash val="solid"/>
          </a:ln>
        </p:spPr>
      </p:sp>
      <p:sp>
        <p:nvSpPr>
          <p:cNvPr id="31" name="Text 28"/>
          <p:cNvSpPr/>
          <p:nvPr/>
        </p:nvSpPr>
        <p:spPr>
          <a:xfrm>
            <a:off x="457200" y="6547104"/>
            <a:ext cx="7315200" cy="301752"/>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Group 6  •  COSC 3P94  •  Airline Website</a:t>
            </a:r>
            <a:endParaRPr lang="en-US" sz="1000"/>
          </a:p>
        </p:txBody>
      </p:sp>
      <p:sp>
        <p:nvSpPr>
          <p:cNvPr id="32" name="Text 29"/>
          <p:cNvSpPr/>
          <p:nvPr/>
        </p:nvSpPr>
        <p:spPr>
          <a:xfrm>
            <a:off x="10789920" y="6547104"/>
            <a:ext cx="914400" cy="301752"/>
          </a:xfrm>
          <a:prstGeom prst="rect">
            <a:avLst/>
          </a:prstGeom>
          <a:noFill/>
          <a:ln/>
        </p:spPr>
        <p:txBody>
          <a:bodyPr wrap="square" lIns="0" tIns="0" rIns="0" bIns="0" rtlCol="0" anchor="ctr"/>
          <a:lstStyle/>
          <a:p>
            <a:pPr marL="0" indent="0" algn="r">
              <a:buNone/>
            </a:pPr>
            <a:r>
              <a:rPr lang="en-US" sz="1000">
                <a:solidFill>
                  <a:srgbClr val="FFFFFF"/>
                </a:solidFill>
                <a:latin typeface="Calibri" pitchFamily="34" charset="0"/>
                <a:ea typeface="Calibri" pitchFamily="34" charset="-122"/>
                <a:cs typeface="Calibri" pitchFamily="34" charset="-120"/>
              </a:rPr>
              <a:t>4 / 13</a:t>
            </a:r>
            <a:endParaRPr lang="en-US" sz="10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100" b="1" kern="0" spc="400">
                <a:solidFill>
                  <a:srgbClr val="F4A261"/>
                </a:solidFill>
                <a:latin typeface="Calibri" pitchFamily="34" charset="0"/>
                <a:ea typeface="Calibri" pitchFamily="34" charset="-122"/>
                <a:cs typeface="Calibri" pitchFamily="34" charset="-120"/>
              </a:rPr>
              <a:t>PERSONAS  •  PRIMARY</a:t>
            </a:r>
            <a:endParaRPr lang="en-US" sz="110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000" b="1">
                <a:solidFill>
                  <a:srgbClr val="0B2545"/>
                </a:solidFill>
                <a:latin typeface="Georgia" pitchFamily="34" charset="0"/>
                <a:ea typeface="Georgia" pitchFamily="34" charset="-122"/>
                <a:cs typeface="Georgia" pitchFamily="34" charset="-120"/>
              </a:rPr>
              <a:t>Aisha Patel — the budget-conscious student</a:t>
            </a:r>
            <a:endParaRPr lang="en-US" sz="3000"/>
          </a:p>
        </p:txBody>
      </p:sp>
      <p:sp>
        <p:nvSpPr>
          <p:cNvPr id="4" name="Shape 2"/>
          <p:cNvSpPr/>
          <p:nvPr/>
        </p:nvSpPr>
        <p:spPr>
          <a:xfrm>
            <a:off x="548640" y="1691640"/>
            <a:ext cx="4114800" cy="4663440"/>
          </a:xfrm>
          <a:prstGeom prst="rect">
            <a:avLst/>
          </a:prstGeom>
          <a:solidFill>
            <a:srgbClr val="0B2545"/>
          </a:solidFill>
          <a:ln w="12700">
            <a:solidFill>
              <a:srgbClr val="0B2545"/>
            </a:solidFill>
            <a:prstDash val="solid"/>
          </a:ln>
        </p:spPr>
      </p:sp>
      <p:sp>
        <p:nvSpPr>
          <p:cNvPr id="5" name="Shape 3"/>
          <p:cNvSpPr/>
          <p:nvPr/>
        </p:nvSpPr>
        <p:spPr>
          <a:xfrm>
            <a:off x="1691640" y="1920240"/>
            <a:ext cx="1828800" cy="1828800"/>
          </a:xfrm>
          <a:prstGeom prst="ellipse">
            <a:avLst/>
          </a:prstGeom>
          <a:solidFill>
            <a:srgbClr val="F4A261"/>
          </a:solidFill>
          <a:ln w="12700">
            <a:solidFill>
              <a:srgbClr val="F4A261"/>
            </a:solidFill>
            <a:prstDash val="solid"/>
          </a:ln>
        </p:spPr>
      </p:sp>
      <p:pic>
        <p:nvPicPr>
          <p:cNvPr id="6" name="Image 0" descr="preencoded.png"/>
          <p:cNvPicPr>
            <a:picLocks noChangeAspect="1"/>
          </p:cNvPicPr>
          <p:nvPr/>
        </p:nvPicPr>
        <p:blipFill>
          <a:blip r:embed="rId3"/>
          <a:stretch>
            <a:fillRect/>
          </a:stretch>
        </p:blipFill>
        <p:spPr>
          <a:xfrm>
            <a:off x="2103120" y="2286000"/>
            <a:ext cx="1005840" cy="1005840"/>
          </a:xfrm>
          <a:prstGeom prst="rect">
            <a:avLst/>
          </a:prstGeom>
        </p:spPr>
      </p:pic>
      <p:sp>
        <p:nvSpPr>
          <p:cNvPr id="7" name="Text 4"/>
          <p:cNvSpPr/>
          <p:nvPr/>
        </p:nvSpPr>
        <p:spPr>
          <a:xfrm>
            <a:off x="548640" y="3886200"/>
            <a:ext cx="4114800" cy="457200"/>
          </a:xfrm>
          <a:prstGeom prst="rect">
            <a:avLst/>
          </a:prstGeom>
          <a:noFill/>
          <a:ln/>
        </p:spPr>
        <p:txBody>
          <a:bodyPr wrap="square" lIns="0" tIns="0" rIns="0" bIns="0" rtlCol="0" anchor="ctr"/>
          <a:lstStyle/>
          <a:p>
            <a:pPr marL="0" indent="0" algn="ctr">
              <a:buNone/>
            </a:pPr>
            <a:r>
              <a:rPr lang="en-US" sz="2400" b="1">
                <a:solidFill>
                  <a:srgbClr val="FFFFFF"/>
                </a:solidFill>
                <a:latin typeface="Georgia" pitchFamily="34" charset="0"/>
                <a:ea typeface="Georgia" pitchFamily="34" charset="-122"/>
                <a:cs typeface="Georgia" pitchFamily="34" charset="-120"/>
              </a:rPr>
              <a:t>Aisha Patel</a:t>
            </a:r>
            <a:endParaRPr lang="en-US" sz="2400"/>
          </a:p>
        </p:txBody>
      </p:sp>
      <p:sp>
        <p:nvSpPr>
          <p:cNvPr id="8" name="Text 5"/>
          <p:cNvSpPr/>
          <p:nvPr/>
        </p:nvSpPr>
        <p:spPr>
          <a:xfrm>
            <a:off x="548640" y="4343400"/>
            <a:ext cx="4114800" cy="365760"/>
          </a:xfrm>
          <a:prstGeom prst="rect">
            <a:avLst/>
          </a:prstGeom>
          <a:noFill/>
          <a:ln/>
        </p:spPr>
        <p:txBody>
          <a:bodyPr wrap="square" lIns="0" tIns="0" rIns="0" bIns="0" rtlCol="0" anchor="ctr"/>
          <a:lstStyle/>
          <a:p>
            <a:pPr marL="0" indent="0" algn="ctr">
              <a:buNone/>
            </a:pPr>
            <a:r>
              <a:rPr lang="en-US" sz="1200">
                <a:solidFill>
                  <a:srgbClr val="CADCFC"/>
                </a:solidFill>
                <a:latin typeface="Calibri" pitchFamily="34" charset="0"/>
                <a:ea typeface="Calibri" pitchFamily="34" charset="-122"/>
                <a:cs typeface="Calibri" pitchFamily="34" charset="-120"/>
              </a:rPr>
              <a:t>22  •  Business student  •  Books independently</a:t>
            </a:r>
            <a:endParaRPr lang="en-US" sz="1200"/>
          </a:p>
        </p:txBody>
      </p:sp>
      <p:pic>
        <p:nvPicPr>
          <p:cNvPr id="9" name="Image 1" descr="preencoded.png"/>
          <p:cNvPicPr>
            <a:picLocks noChangeAspect="1"/>
          </p:cNvPicPr>
          <p:nvPr/>
        </p:nvPicPr>
        <p:blipFill>
          <a:blip r:embed="rId4"/>
          <a:stretch>
            <a:fillRect/>
          </a:stretch>
        </p:blipFill>
        <p:spPr>
          <a:xfrm>
            <a:off x="777240" y="4846320"/>
            <a:ext cx="320040" cy="320040"/>
          </a:xfrm>
          <a:prstGeom prst="rect">
            <a:avLst/>
          </a:prstGeom>
        </p:spPr>
      </p:pic>
      <p:sp>
        <p:nvSpPr>
          <p:cNvPr id="10" name="Text 6"/>
          <p:cNvSpPr/>
          <p:nvPr/>
        </p:nvSpPr>
        <p:spPr>
          <a:xfrm>
            <a:off x="777240" y="5166360"/>
            <a:ext cx="3657600" cy="1097280"/>
          </a:xfrm>
          <a:prstGeom prst="rect">
            <a:avLst/>
          </a:prstGeom>
          <a:noFill/>
          <a:ln/>
        </p:spPr>
        <p:txBody>
          <a:bodyPr wrap="square" lIns="0" tIns="0" rIns="0" bIns="0" rtlCol="0" anchor="ctr"/>
          <a:lstStyle/>
          <a:p>
            <a:pPr marL="0" indent="0">
              <a:buNone/>
            </a:pPr>
            <a:r>
              <a:rPr lang="en-US" sz="1200" i="1">
                <a:solidFill>
                  <a:srgbClr val="FFFFFF"/>
                </a:solidFill>
                <a:latin typeface="Calibri" pitchFamily="34" charset="0"/>
                <a:ea typeface="Calibri" pitchFamily="34" charset="-122"/>
                <a:cs typeface="Calibri" pitchFamily="34" charset="-120"/>
              </a:rPr>
              <a:t>"I just want to see the final price without digging through fare tiers."</a:t>
            </a:r>
            <a:endParaRPr lang="en-US" sz="1200"/>
          </a:p>
        </p:txBody>
      </p:sp>
      <p:pic>
        <p:nvPicPr>
          <p:cNvPr id="11" name="Image 2" descr="preencoded.png"/>
          <p:cNvPicPr>
            <a:picLocks noChangeAspect="1"/>
          </p:cNvPicPr>
          <p:nvPr/>
        </p:nvPicPr>
        <p:blipFill>
          <a:blip r:embed="rId5"/>
          <a:stretch>
            <a:fillRect/>
          </a:stretch>
        </p:blipFill>
        <p:spPr>
          <a:xfrm>
            <a:off x="5029200" y="1991360"/>
            <a:ext cx="320040" cy="320040"/>
          </a:xfrm>
          <a:prstGeom prst="rect">
            <a:avLst/>
          </a:prstGeom>
        </p:spPr>
      </p:pic>
      <p:sp>
        <p:nvSpPr>
          <p:cNvPr id="12" name="Text 7"/>
          <p:cNvSpPr/>
          <p:nvPr/>
        </p:nvSpPr>
        <p:spPr>
          <a:xfrm>
            <a:off x="5560996" y="1977297"/>
            <a:ext cx="3291840" cy="365760"/>
          </a:xfrm>
          <a:prstGeom prst="rect">
            <a:avLst/>
          </a:prstGeom>
          <a:noFill/>
          <a:ln/>
        </p:spPr>
        <p:txBody>
          <a:bodyPr wrap="square" lIns="0" tIns="0" rIns="0" bIns="0" rtlCol="0" anchor="ctr"/>
          <a:lstStyle/>
          <a:p>
            <a:pPr marL="0" indent="0">
              <a:buNone/>
            </a:pPr>
            <a:r>
              <a:rPr lang="en-US" sz="1600" b="1">
                <a:solidFill>
                  <a:srgbClr val="0B2545"/>
                </a:solidFill>
                <a:latin typeface="Georgia" pitchFamily="34" charset="0"/>
                <a:ea typeface="Georgia" pitchFamily="34" charset="-122"/>
                <a:cs typeface="Georgia" pitchFamily="34" charset="-120"/>
              </a:rPr>
              <a:t>Goals</a:t>
            </a:r>
            <a:endParaRPr lang="en-US" sz="1600"/>
          </a:p>
        </p:txBody>
      </p:sp>
      <p:sp>
        <p:nvSpPr>
          <p:cNvPr id="13" name="Text 8"/>
          <p:cNvSpPr/>
          <p:nvPr/>
        </p:nvSpPr>
        <p:spPr>
          <a:xfrm>
            <a:off x="5029200" y="2148840"/>
            <a:ext cx="3474720" cy="2286000"/>
          </a:xfrm>
          <a:prstGeom prst="rect">
            <a:avLst/>
          </a:prstGeom>
          <a:noFill/>
          <a:ln/>
        </p:spPr>
        <p:txBody>
          <a:bodyPr wrap="square" lIns="0" tIns="0" rIns="0" bIns="0" rtlCol="0" anchor="ctr"/>
          <a:lstStyle/>
          <a:p>
            <a:pPr marL="342900" indent="-342900">
              <a:spcAft>
                <a:spcPts val="400"/>
              </a:spcAft>
              <a:buSzPct val="100000"/>
              <a:buChar char="•"/>
            </a:pPr>
            <a:r>
              <a:rPr lang="en-US" sz="1200">
                <a:solidFill>
                  <a:srgbClr val="1A1A1A"/>
                </a:solidFill>
                <a:latin typeface="Calibri" pitchFamily="34" charset="0"/>
                <a:ea typeface="Calibri" pitchFamily="34" charset="-122"/>
                <a:cs typeface="Calibri" pitchFamily="34" charset="-120"/>
              </a:rPr>
              <a:t>Save money wherever possible</a:t>
            </a:r>
            <a:endParaRPr lang="en-US" sz="1200"/>
          </a:p>
          <a:p>
            <a:pPr marL="342900" indent="-342900">
              <a:spcAft>
                <a:spcPts val="400"/>
              </a:spcAft>
              <a:buSzPct val="100000"/>
              <a:buChar char="•"/>
            </a:pPr>
            <a:r>
              <a:rPr lang="en-US" sz="1200">
                <a:solidFill>
                  <a:srgbClr val="1A1A1A"/>
                </a:solidFill>
                <a:latin typeface="Calibri" pitchFamily="34" charset="0"/>
                <a:ea typeface="Calibri" pitchFamily="34" charset="-122"/>
                <a:cs typeface="Calibri" pitchFamily="34" charset="-120"/>
              </a:rPr>
              <a:t>Book quickly under time pressure</a:t>
            </a:r>
            <a:endParaRPr lang="en-US" sz="1200"/>
          </a:p>
          <a:p>
            <a:pPr marL="342900" indent="-342900">
              <a:spcAft>
                <a:spcPts val="400"/>
              </a:spcAft>
              <a:buSzPct val="100000"/>
              <a:buChar char="•"/>
            </a:pPr>
            <a:r>
              <a:rPr lang="en-US" sz="1200">
                <a:solidFill>
                  <a:srgbClr val="1A1A1A"/>
                </a:solidFill>
                <a:latin typeface="Calibri" pitchFamily="34" charset="0"/>
                <a:ea typeface="Calibri" pitchFamily="34" charset="-122"/>
                <a:cs typeface="Calibri" pitchFamily="34" charset="-120"/>
              </a:rPr>
              <a:t>Understand total cost before paying</a:t>
            </a:r>
            <a:endParaRPr lang="en-US" sz="1200"/>
          </a:p>
          <a:p>
            <a:pPr marL="342900" indent="-342900">
              <a:spcAft>
                <a:spcPts val="400"/>
              </a:spcAft>
              <a:buSzPct val="100000"/>
              <a:buChar char="•"/>
            </a:pPr>
            <a:r>
              <a:rPr lang="en-US" sz="1200">
                <a:solidFill>
                  <a:srgbClr val="1A1A1A"/>
                </a:solidFill>
                <a:latin typeface="Calibri" pitchFamily="34" charset="0"/>
                <a:ea typeface="Calibri" pitchFamily="34" charset="-122"/>
                <a:cs typeface="Calibri" pitchFamily="34" charset="-120"/>
              </a:rPr>
              <a:t>Feel confident in the deal picked</a:t>
            </a:r>
            <a:endParaRPr lang="en-US" sz="1200"/>
          </a:p>
        </p:txBody>
      </p:sp>
      <p:pic>
        <p:nvPicPr>
          <p:cNvPr id="14" name="Image 3" descr="preencoded.png"/>
          <p:cNvPicPr>
            <a:picLocks noChangeAspect="1"/>
          </p:cNvPicPr>
          <p:nvPr/>
        </p:nvPicPr>
        <p:blipFill>
          <a:blip r:embed="rId6"/>
          <a:stretch>
            <a:fillRect/>
          </a:stretch>
        </p:blipFill>
        <p:spPr>
          <a:xfrm>
            <a:off x="8686800" y="1924518"/>
            <a:ext cx="320040" cy="320040"/>
          </a:xfrm>
          <a:prstGeom prst="rect">
            <a:avLst/>
          </a:prstGeom>
        </p:spPr>
      </p:pic>
      <p:sp>
        <p:nvSpPr>
          <p:cNvPr id="15" name="Text 9"/>
          <p:cNvSpPr/>
          <p:nvPr/>
        </p:nvSpPr>
        <p:spPr>
          <a:xfrm>
            <a:off x="9151754" y="1923823"/>
            <a:ext cx="3291840" cy="365760"/>
          </a:xfrm>
          <a:prstGeom prst="rect">
            <a:avLst/>
          </a:prstGeom>
          <a:noFill/>
          <a:ln/>
        </p:spPr>
        <p:txBody>
          <a:bodyPr wrap="square" lIns="0" tIns="0" rIns="0" bIns="0" rtlCol="0" anchor="ctr"/>
          <a:lstStyle/>
          <a:p>
            <a:pPr marL="0" indent="0">
              <a:buNone/>
            </a:pPr>
            <a:r>
              <a:rPr lang="en-US" sz="1600" b="1">
                <a:solidFill>
                  <a:srgbClr val="0B2545"/>
                </a:solidFill>
                <a:latin typeface="Georgia" pitchFamily="34" charset="0"/>
                <a:ea typeface="Georgia" pitchFamily="34" charset="-122"/>
                <a:cs typeface="Georgia" pitchFamily="34" charset="-120"/>
              </a:rPr>
              <a:t>Frustrations</a:t>
            </a:r>
            <a:endParaRPr lang="en-US" sz="1600"/>
          </a:p>
        </p:txBody>
      </p:sp>
      <p:sp>
        <p:nvSpPr>
          <p:cNvPr id="16" name="Text 10"/>
          <p:cNvSpPr/>
          <p:nvPr/>
        </p:nvSpPr>
        <p:spPr>
          <a:xfrm>
            <a:off x="8686800" y="2148840"/>
            <a:ext cx="3474720" cy="2286000"/>
          </a:xfrm>
          <a:prstGeom prst="rect">
            <a:avLst/>
          </a:prstGeom>
          <a:noFill/>
          <a:ln/>
        </p:spPr>
        <p:txBody>
          <a:bodyPr wrap="square" lIns="0" tIns="0" rIns="0" bIns="0" rtlCol="0" anchor="ctr"/>
          <a:lstStyle/>
          <a:p>
            <a:pPr marL="342900" indent="-342900">
              <a:spcAft>
                <a:spcPts val="400"/>
              </a:spcAft>
              <a:buSzPct val="100000"/>
              <a:buChar char="•"/>
            </a:pPr>
            <a:r>
              <a:rPr lang="en-US" sz="1200">
                <a:solidFill>
                  <a:srgbClr val="1A1A1A"/>
                </a:solidFill>
                <a:latin typeface="Calibri" pitchFamily="34" charset="0"/>
                <a:ea typeface="Calibri" pitchFamily="34" charset="-122"/>
                <a:cs typeface="Calibri" pitchFamily="34" charset="-120"/>
              </a:rPr>
              <a:t>Hidden baggage and seat fees</a:t>
            </a:r>
            <a:endParaRPr lang="en-US" sz="1200"/>
          </a:p>
          <a:p>
            <a:pPr marL="342900" indent="-342900">
              <a:spcAft>
                <a:spcPts val="400"/>
              </a:spcAft>
              <a:buSzPct val="100000"/>
              <a:buChar char="•"/>
            </a:pPr>
            <a:r>
              <a:rPr lang="en-US" sz="1200">
                <a:solidFill>
                  <a:srgbClr val="1A1A1A"/>
                </a:solidFill>
                <a:latin typeface="Calibri" pitchFamily="34" charset="0"/>
                <a:ea typeface="Calibri" pitchFamily="34" charset="-122"/>
                <a:cs typeface="Calibri" pitchFamily="34" charset="-120"/>
              </a:rPr>
              <a:t>Aggressive upselling at checkout</a:t>
            </a:r>
            <a:endParaRPr lang="en-US" sz="1200"/>
          </a:p>
          <a:p>
            <a:pPr marL="342900" indent="-342900">
              <a:spcAft>
                <a:spcPts val="400"/>
              </a:spcAft>
              <a:buSzPct val="100000"/>
              <a:buChar char="•"/>
            </a:pPr>
            <a:r>
              <a:rPr lang="en-US" sz="1200">
                <a:solidFill>
                  <a:srgbClr val="1A1A1A"/>
                </a:solidFill>
                <a:latin typeface="Calibri" pitchFamily="34" charset="0"/>
                <a:ea typeface="Calibri" pitchFamily="34" charset="-122"/>
                <a:cs typeface="Calibri" pitchFamily="34" charset="-120"/>
              </a:rPr>
              <a:t>Too many fare tiers to compare</a:t>
            </a:r>
            <a:endParaRPr lang="en-US" sz="1200"/>
          </a:p>
          <a:p>
            <a:pPr marL="342900" indent="-342900">
              <a:spcAft>
                <a:spcPts val="400"/>
              </a:spcAft>
              <a:buSzPct val="100000"/>
              <a:buChar char="•"/>
            </a:pPr>
            <a:r>
              <a:rPr lang="en-US" sz="1200">
                <a:solidFill>
                  <a:srgbClr val="1A1A1A"/>
                </a:solidFill>
                <a:latin typeface="Calibri" pitchFamily="34" charset="0"/>
                <a:ea typeface="Calibri" pitchFamily="34" charset="-122"/>
                <a:cs typeface="Calibri" pitchFamily="34" charset="-120"/>
              </a:rPr>
              <a:t>Confusing refund policies</a:t>
            </a:r>
            <a:endParaRPr lang="en-US" sz="1200"/>
          </a:p>
        </p:txBody>
      </p:sp>
      <p:sp>
        <p:nvSpPr>
          <p:cNvPr id="17" name="Shape 11"/>
          <p:cNvSpPr/>
          <p:nvPr/>
        </p:nvSpPr>
        <p:spPr>
          <a:xfrm>
            <a:off x="5029200" y="4434038"/>
            <a:ext cx="7040880" cy="1463040"/>
          </a:xfrm>
          <a:prstGeom prst="rect">
            <a:avLst/>
          </a:prstGeom>
          <a:solidFill>
            <a:srgbClr val="F7F3EE"/>
          </a:solidFill>
          <a:ln w="12700">
            <a:solidFill>
              <a:srgbClr val="F7F3EE"/>
            </a:solidFill>
            <a:prstDash val="solid"/>
          </a:ln>
        </p:spPr>
      </p:sp>
      <p:sp>
        <p:nvSpPr>
          <p:cNvPr id="18" name="Shape 12"/>
          <p:cNvSpPr/>
          <p:nvPr/>
        </p:nvSpPr>
        <p:spPr>
          <a:xfrm>
            <a:off x="5029200" y="4434038"/>
            <a:ext cx="73152" cy="1463040"/>
          </a:xfrm>
          <a:prstGeom prst="rect">
            <a:avLst/>
          </a:prstGeom>
          <a:solidFill>
            <a:srgbClr val="F4A261"/>
          </a:solidFill>
          <a:ln w="12700">
            <a:solidFill>
              <a:srgbClr val="F4A261"/>
            </a:solidFill>
            <a:prstDash val="solid"/>
          </a:ln>
        </p:spPr>
      </p:sp>
      <p:sp>
        <p:nvSpPr>
          <p:cNvPr id="19" name="Text 13"/>
          <p:cNvSpPr/>
          <p:nvPr/>
        </p:nvSpPr>
        <p:spPr>
          <a:xfrm>
            <a:off x="5257800" y="4846320"/>
            <a:ext cx="6766560" cy="320040"/>
          </a:xfrm>
          <a:prstGeom prst="rect">
            <a:avLst/>
          </a:prstGeom>
          <a:noFill/>
          <a:ln/>
        </p:spPr>
        <p:txBody>
          <a:bodyPr wrap="square" lIns="0" tIns="0" rIns="0" bIns="0" rtlCol="0" anchor="ctr"/>
          <a:lstStyle/>
          <a:p>
            <a:pPr marL="0" indent="0">
              <a:buNone/>
            </a:pPr>
            <a:r>
              <a:rPr lang="en-US" sz="1100" b="1" kern="0" spc="300">
                <a:solidFill>
                  <a:srgbClr val="F4A261"/>
                </a:solidFill>
                <a:latin typeface="Calibri" pitchFamily="34" charset="0"/>
                <a:ea typeface="Calibri" pitchFamily="34" charset="-122"/>
                <a:cs typeface="Calibri" pitchFamily="34" charset="-120"/>
              </a:rPr>
              <a:t>Why primary</a:t>
            </a:r>
            <a:endParaRPr lang="en-US" sz="1100"/>
          </a:p>
        </p:txBody>
      </p:sp>
      <p:sp>
        <p:nvSpPr>
          <p:cNvPr id="20" name="Text 14"/>
          <p:cNvSpPr/>
          <p:nvPr/>
        </p:nvSpPr>
        <p:spPr>
          <a:xfrm>
            <a:off x="5257800" y="5166360"/>
            <a:ext cx="6766560" cy="1005840"/>
          </a:xfrm>
          <a:prstGeom prst="rect">
            <a:avLst/>
          </a:prstGeom>
          <a:noFill/>
          <a:ln/>
        </p:spPr>
        <p:txBody>
          <a:bodyPr wrap="square" lIns="0" tIns="0" rIns="0" bIns="0" rtlCol="0" anchor="ctr"/>
          <a:lstStyle/>
          <a:p>
            <a:pPr marL="0" indent="0">
              <a:buNone/>
            </a:pPr>
            <a:r>
              <a:rPr lang="en-US" sz="1300">
                <a:solidFill>
                  <a:srgbClr val="1A1A1A"/>
                </a:solidFill>
                <a:latin typeface="Calibri" pitchFamily="34" charset="0"/>
                <a:ea typeface="Calibri" pitchFamily="34" charset="-122"/>
                <a:cs typeface="Calibri" pitchFamily="34" charset="-120"/>
              </a:rPr>
              <a:t>She is the most sensitive to complexity and price confusion. Designing for Aisha means the interface stays simple for everyone else too.</a:t>
            </a:r>
            <a:endParaRPr lang="en-US" sz="1300"/>
          </a:p>
        </p:txBody>
      </p:sp>
      <p:sp>
        <p:nvSpPr>
          <p:cNvPr id="21" name="Shape 15"/>
          <p:cNvSpPr/>
          <p:nvPr/>
        </p:nvSpPr>
        <p:spPr>
          <a:xfrm>
            <a:off x="0" y="6537960"/>
            <a:ext cx="12161520" cy="320040"/>
          </a:xfrm>
          <a:prstGeom prst="rect">
            <a:avLst/>
          </a:prstGeom>
          <a:solidFill>
            <a:srgbClr val="0B2545"/>
          </a:solidFill>
          <a:ln w="12700">
            <a:solidFill>
              <a:srgbClr val="0B2545"/>
            </a:solidFill>
            <a:prstDash val="solid"/>
          </a:ln>
        </p:spPr>
      </p:sp>
      <p:sp>
        <p:nvSpPr>
          <p:cNvPr id="22" name="Text 16"/>
          <p:cNvSpPr/>
          <p:nvPr/>
        </p:nvSpPr>
        <p:spPr>
          <a:xfrm>
            <a:off x="457200" y="6547104"/>
            <a:ext cx="7315200" cy="301752"/>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Group 6  •  COSC 3P94  •  Airline Website</a:t>
            </a:r>
            <a:endParaRPr lang="en-US" sz="1000"/>
          </a:p>
        </p:txBody>
      </p:sp>
      <p:sp>
        <p:nvSpPr>
          <p:cNvPr id="23" name="Text 17"/>
          <p:cNvSpPr/>
          <p:nvPr/>
        </p:nvSpPr>
        <p:spPr>
          <a:xfrm>
            <a:off x="10789920" y="6547104"/>
            <a:ext cx="914400" cy="301752"/>
          </a:xfrm>
          <a:prstGeom prst="rect">
            <a:avLst/>
          </a:prstGeom>
          <a:noFill/>
          <a:ln/>
        </p:spPr>
        <p:txBody>
          <a:bodyPr wrap="square" lIns="0" tIns="0" rIns="0" bIns="0" rtlCol="0" anchor="ctr"/>
          <a:lstStyle/>
          <a:p>
            <a:pPr marL="0" indent="0" algn="r">
              <a:buNone/>
            </a:pPr>
            <a:r>
              <a:rPr lang="en-US" sz="1000">
                <a:solidFill>
                  <a:srgbClr val="FFFFFF"/>
                </a:solidFill>
                <a:latin typeface="Calibri" pitchFamily="34" charset="0"/>
                <a:ea typeface="Calibri" pitchFamily="34" charset="-122"/>
                <a:cs typeface="Calibri" pitchFamily="34" charset="-120"/>
              </a:rPr>
              <a:t>5 / 13</a:t>
            </a:r>
            <a:endParaRPr lang="en-US" sz="10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100" b="1" kern="0" spc="400">
                <a:solidFill>
                  <a:srgbClr val="F4A261"/>
                </a:solidFill>
                <a:latin typeface="Calibri" pitchFamily="34" charset="0"/>
                <a:ea typeface="Calibri" pitchFamily="34" charset="-122"/>
                <a:cs typeface="Calibri" pitchFamily="34" charset="-120"/>
              </a:rPr>
              <a:t>PERSONAS  •  SECONDARY</a:t>
            </a:r>
            <a:endParaRPr lang="en-US" sz="110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000" b="1">
                <a:solidFill>
                  <a:srgbClr val="0B2545"/>
                </a:solidFill>
                <a:latin typeface="Georgia" pitchFamily="34" charset="0"/>
                <a:ea typeface="Georgia" pitchFamily="34" charset="-122"/>
                <a:cs typeface="Georgia" pitchFamily="34" charset="-120"/>
              </a:rPr>
              <a:t>Michael Thompson — the organized family planner</a:t>
            </a:r>
            <a:endParaRPr lang="en-US" sz="3000"/>
          </a:p>
        </p:txBody>
      </p:sp>
      <p:sp>
        <p:nvSpPr>
          <p:cNvPr id="4" name="Shape 2"/>
          <p:cNvSpPr/>
          <p:nvPr/>
        </p:nvSpPr>
        <p:spPr>
          <a:xfrm>
            <a:off x="548640" y="1691640"/>
            <a:ext cx="4114800" cy="4663440"/>
          </a:xfrm>
          <a:prstGeom prst="rect">
            <a:avLst/>
          </a:prstGeom>
          <a:solidFill>
            <a:srgbClr val="1E4D8C"/>
          </a:solidFill>
          <a:ln w="12700">
            <a:solidFill>
              <a:srgbClr val="1E4D8C"/>
            </a:solidFill>
            <a:prstDash val="solid"/>
          </a:ln>
        </p:spPr>
      </p:sp>
      <p:sp>
        <p:nvSpPr>
          <p:cNvPr id="5" name="Shape 3"/>
          <p:cNvSpPr/>
          <p:nvPr/>
        </p:nvSpPr>
        <p:spPr>
          <a:xfrm>
            <a:off x="1691640" y="1920240"/>
            <a:ext cx="1828800" cy="1828800"/>
          </a:xfrm>
          <a:prstGeom prst="ellipse">
            <a:avLst/>
          </a:prstGeom>
          <a:solidFill>
            <a:srgbClr val="FFFFFF"/>
          </a:solidFill>
          <a:ln w="12700">
            <a:solidFill>
              <a:srgbClr val="FFFFFF"/>
            </a:solidFill>
            <a:prstDash val="solid"/>
          </a:ln>
        </p:spPr>
      </p:sp>
      <p:pic>
        <p:nvPicPr>
          <p:cNvPr id="6" name="Image 0" descr="preencoded.png"/>
          <p:cNvPicPr>
            <a:picLocks noChangeAspect="1"/>
          </p:cNvPicPr>
          <p:nvPr/>
        </p:nvPicPr>
        <p:blipFill>
          <a:blip r:embed="rId3"/>
          <a:stretch>
            <a:fillRect/>
          </a:stretch>
        </p:blipFill>
        <p:spPr>
          <a:xfrm>
            <a:off x="1965960" y="2194560"/>
            <a:ext cx="1280160" cy="1280160"/>
          </a:xfrm>
          <a:prstGeom prst="rect">
            <a:avLst/>
          </a:prstGeom>
        </p:spPr>
      </p:pic>
      <p:sp>
        <p:nvSpPr>
          <p:cNvPr id="7" name="Text 4"/>
          <p:cNvSpPr/>
          <p:nvPr/>
        </p:nvSpPr>
        <p:spPr>
          <a:xfrm>
            <a:off x="548640" y="3886200"/>
            <a:ext cx="4114800" cy="457200"/>
          </a:xfrm>
          <a:prstGeom prst="rect">
            <a:avLst/>
          </a:prstGeom>
          <a:noFill/>
          <a:ln/>
        </p:spPr>
        <p:txBody>
          <a:bodyPr wrap="square" lIns="0" tIns="0" rIns="0" bIns="0" rtlCol="0" anchor="ctr"/>
          <a:lstStyle/>
          <a:p>
            <a:pPr marL="0" indent="0" algn="ctr">
              <a:buNone/>
            </a:pPr>
            <a:r>
              <a:rPr lang="en-US" sz="2400" b="1">
                <a:solidFill>
                  <a:srgbClr val="FFFFFF"/>
                </a:solidFill>
                <a:latin typeface="Georgia" pitchFamily="34" charset="0"/>
                <a:ea typeface="Georgia" pitchFamily="34" charset="-122"/>
                <a:cs typeface="Georgia" pitchFamily="34" charset="-120"/>
              </a:rPr>
              <a:t>Michael Thompson</a:t>
            </a:r>
            <a:endParaRPr lang="en-US" sz="2400"/>
          </a:p>
        </p:txBody>
      </p:sp>
      <p:sp>
        <p:nvSpPr>
          <p:cNvPr id="8" name="Text 5"/>
          <p:cNvSpPr/>
          <p:nvPr/>
        </p:nvSpPr>
        <p:spPr>
          <a:xfrm>
            <a:off x="548640" y="4343400"/>
            <a:ext cx="4114800" cy="365760"/>
          </a:xfrm>
          <a:prstGeom prst="rect">
            <a:avLst/>
          </a:prstGeom>
          <a:noFill/>
          <a:ln/>
        </p:spPr>
        <p:txBody>
          <a:bodyPr wrap="square" lIns="0" tIns="0" rIns="0" bIns="0" rtlCol="0" anchor="ctr"/>
          <a:lstStyle/>
          <a:p>
            <a:pPr marL="0" indent="0" algn="ctr">
              <a:buNone/>
            </a:pPr>
            <a:r>
              <a:rPr lang="en-US" sz="1200">
                <a:solidFill>
                  <a:srgbClr val="CADCFC"/>
                </a:solidFill>
                <a:latin typeface="Calibri" pitchFamily="34" charset="0"/>
                <a:ea typeface="Calibri" pitchFamily="34" charset="-122"/>
                <a:cs typeface="Calibri" pitchFamily="34" charset="-120"/>
              </a:rPr>
              <a:t>39  •  Marketing manager  •  Books for family of 4</a:t>
            </a:r>
            <a:endParaRPr lang="en-US" sz="1200"/>
          </a:p>
        </p:txBody>
      </p:sp>
      <p:pic>
        <p:nvPicPr>
          <p:cNvPr id="9" name="Image 1" descr="preencoded.png"/>
          <p:cNvPicPr>
            <a:picLocks noChangeAspect="1"/>
          </p:cNvPicPr>
          <p:nvPr/>
        </p:nvPicPr>
        <p:blipFill>
          <a:blip r:embed="rId4"/>
          <a:stretch>
            <a:fillRect/>
          </a:stretch>
        </p:blipFill>
        <p:spPr>
          <a:xfrm>
            <a:off x="777240" y="4846320"/>
            <a:ext cx="320040" cy="320040"/>
          </a:xfrm>
          <a:prstGeom prst="rect">
            <a:avLst/>
          </a:prstGeom>
        </p:spPr>
      </p:pic>
      <p:sp>
        <p:nvSpPr>
          <p:cNvPr id="10" name="Text 6"/>
          <p:cNvSpPr/>
          <p:nvPr/>
        </p:nvSpPr>
        <p:spPr>
          <a:xfrm>
            <a:off x="777240" y="5166360"/>
            <a:ext cx="3657600" cy="1097280"/>
          </a:xfrm>
          <a:prstGeom prst="rect">
            <a:avLst/>
          </a:prstGeom>
          <a:noFill/>
          <a:ln/>
        </p:spPr>
        <p:txBody>
          <a:bodyPr wrap="square" lIns="0" tIns="0" rIns="0" bIns="0" rtlCol="0" anchor="ctr"/>
          <a:lstStyle/>
          <a:p>
            <a:pPr marL="0" indent="0">
              <a:buNone/>
            </a:pPr>
            <a:r>
              <a:rPr lang="en-US" sz="1200" i="1">
                <a:solidFill>
                  <a:srgbClr val="FFFFFF"/>
                </a:solidFill>
                <a:latin typeface="Calibri" pitchFamily="34" charset="0"/>
                <a:ea typeface="Calibri" pitchFamily="34" charset="-122"/>
                <a:cs typeface="Calibri" pitchFamily="34" charset="-120"/>
              </a:rPr>
              <a:t>"I don't mind paying a bit more — I just need to sit with my kids and know what's included."</a:t>
            </a:r>
            <a:endParaRPr lang="en-US" sz="1200"/>
          </a:p>
        </p:txBody>
      </p:sp>
      <p:pic>
        <p:nvPicPr>
          <p:cNvPr id="11" name="Image 2" descr="preencoded.png"/>
          <p:cNvPicPr>
            <a:picLocks noChangeAspect="1"/>
          </p:cNvPicPr>
          <p:nvPr/>
        </p:nvPicPr>
        <p:blipFill>
          <a:blip r:embed="rId5"/>
          <a:stretch>
            <a:fillRect/>
          </a:stretch>
        </p:blipFill>
        <p:spPr>
          <a:xfrm>
            <a:off x="5029200" y="1737360"/>
            <a:ext cx="320040" cy="320040"/>
          </a:xfrm>
          <a:prstGeom prst="rect">
            <a:avLst/>
          </a:prstGeom>
        </p:spPr>
      </p:pic>
      <p:sp>
        <p:nvSpPr>
          <p:cNvPr id="12" name="Text 7"/>
          <p:cNvSpPr/>
          <p:nvPr/>
        </p:nvSpPr>
        <p:spPr>
          <a:xfrm>
            <a:off x="5440680" y="1709928"/>
            <a:ext cx="3291840" cy="365760"/>
          </a:xfrm>
          <a:prstGeom prst="rect">
            <a:avLst/>
          </a:prstGeom>
          <a:noFill/>
          <a:ln/>
        </p:spPr>
        <p:txBody>
          <a:bodyPr wrap="square" lIns="0" tIns="0" rIns="0" bIns="0" rtlCol="0" anchor="ctr"/>
          <a:lstStyle/>
          <a:p>
            <a:pPr marL="0" indent="0">
              <a:buNone/>
            </a:pPr>
            <a:r>
              <a:rPr lang="en-US" sz="1600" b="1">
                <a:solidFill>
                  <a:srgbClr val="0B2545"/>
                </a:solidFill>
                <a:latin typeface="Georgia" pitchFamily="34" charset="0"/>
                <a:ea typeface="Georgia" pitchFamily="34" charset="-122"/>
                <a:cs typeface="Georgia" pitchFamily="34" charset="-120"/>
              </a:rPr>
              <a:t>Goals</a:t>
            </a:r>
            <a:endParaRPr lang="en-US" sz="1600"/>
          </a:p>
        </p:txBody>
      </p:sp>
      <p:sp>
        <p:nvSpPr>
          <p:cNvPr id="13" name="Text 8"/>
          <p:cNvSpPr/>
          <p:nvPr/>
        </p:nvSpPr>
        <p:spPr>
          <a:xfrm>
            <a:off x="5029200" y="2148840"/>
            <a:ext cx="3474720" cy="2286000"/>
          </a:xfrm>
          <a:prstGeom prst="rect">
            <a:avLst/>
          </a:prstGeom>
          <a:noFill/>
          <a:ln/>
        </p:spPr>
        <p:txBody>
          <a:bodyPr wrap="square" lIns="0" tIns="0" rIns="0" bIns="0" rtlCol="0" anchor="ctr"/>
          <a:lstStyle/>
          <a:p>
            <a:pPr marL="342900" indent="-342900">
              <a:spcAft>
                <a:spcPts val="400"/>
              </a:spcAft>
              <a:buSzPct val="100000"/>
              <a:buChar char="•"/>
            </a:pPr>
            <a:r>
              <a:rPr lang="en-US" sz="1200">
                <a:solidFill>
                  <a:srgbClr val="1A1A1A"/>
                </a:solidFill>
                <a:latin typeface="Calibri" pitchFamily="34" charset="0"/>
                <a:ea typeface="Calibri" pitchFamily="34" charset="-122"/>
                <a:cs typeface="Calibri" pitchFamily="34" charset="-120"/>
              </a:rPr>
              <a:t>Coordinate seats for the whole family</a:t>
            </a:r>
            <a:endParaRPr lang="en-US" sz="1200"/>
          </a:p>
          <a:p>
            <a:pPr marL="342900" indent="-342900">
              <a:spcAft>
                <a:spcPts val="400"/>
              </a:spcAft>
              <a:buSzPct val="100000"/>
              <a:buChar char="•"/>
            </a:pPr>
            <a:r>
              <a:rPr lang="en-US" sz="1200">
                <a:solidFill>
                  <a:srgbClr val="1A1A1A"/>
                </a:solidFill>
                <a:latin typeface="Calibri" pitchFamily="34" charset="0"/>
                <a:ea typeface="Calibri" pitchFamily="34" charset="-122"/>
                <a:cs typeface="Calibri" pitchFamily="34" charset="-120"/>
              </a:rPr>
              <a:t>Clear baggage and cancellation rules</a:t>
            </a:r>
            <a:endParaRPr lang="en-US" sz="1200"/>
          </a:p>
          <a:p>
            <a:pPr marL="342900" indent="-342900">
              <a:spcAft>
                <a:spcPts val="400"/>
              </a:spcAft>
              <a:buSzPct val="100000"/>
              <a:buChar char="•"/>
            </a:pPr>
            <a:r>
              <a:rPr lang="en-US" sz="1200">
                <a:solidFill>
                  <a:srgbClr val="1A1A1A"/>
                </a:solidFill>
                <a:latin typeface="Calibri" pitchFamily="34" charset="0"/>
                <a:ea typeface="Calibri" pitchFamily="34" charset="-122"/>
                <a:cs typeface="Calibri" pitchFamily="34" charset="-120"/>
              </a:rPr>
              <a:t>Stress-free planning ahead of time</a:t>
            </a:r>
            <a:endParaRPr lang="en-US" sz="1200"/>
          </a:p>
          <a:p>
            <a:pPr marL="342900" indent="-342900">
              <a:spcAft>
                <a:spcPts val="400"/>
              </a:spcAft>
              <a:buSzPct val="100000"/>
              <a:buChar char="•"/>
            </a:pPr>
            <a:r>
              <a:rPr lang="en-US" sz="1200">
                <a:solidFill>
                  <a:srgbClr val="1A1A1A"/>
                </a:solidFill>
                <a:latin typeface="Calibri" pitchFamily="34" charset="0"/>
                <a:ea typeface="Calibri" pitchFamily="34" charset="-122"/>
                <a:cs typeface="Calibri" pitchFamily="34" charset="-120"/>
              </a:rPr>
              <a:t>Review full booking before paying</a:t>
            </a:r>
            <a:endParaRPr lang="en-US" sz="1200"/>
          </a:p>
        </p:txBody>
      </p:sp>
      <p:pic>
        <p:nvPicPr>
          <p:cNvPr id="14" name="Image 3" descr="preencoded.png"/>
          <p:cNvPicPr>
            <a:picLocks noChangeAspect="1"/>
          </p:cNvPicPr>
          <p:nvPr/>
        </p:nvPicPr>
        <p:blipFill>
          <a:blip r:embed="rId6"/>
          <a:stretch>
            <a:fillRect/>
          </a:stretch>
        </p:blipFill>
        <p:spPr>
          <a:xfrm>
            <a:off x="8686800" y="1737360"/>
            <a:ext cx="320040" cy="320040"/>
          </a:xfrm>
          <a:prstGeom prst="rect">
            <a:avLst/>
          </a:prstGeom>
        </p:spPr>
      </p:pic>
      <p:sp>
        <p:nvSpPr>
          <p:cNvPr id="15" name="Text 9"/>
          <p:cNvSpPr/>
          <p:nvPr/>
        </p:nvSpPr>
        <p:spPr>
          <a:xfrm>
            <a:off x="9098280" y="1709928"/>
            <a:ext cx="3291840" cy="365760"/>
          </a:xfrm>
          <a:prstGeom prst="rect">
            <a:avLst/>
          </a:prstGeom>
          <a:noFill/>
          <a:ln/>
        </p:spPr>
        <p:txBody>
          <a:bodyPr wrap="square" lIns="0" tIns="0" rIns="0" bIns="0" rtlCol="0" anchor="ctr"/>
          <a:lstStyle/>
          <a:p>
            <a:pPr marL="0" indent="0">
              <a:buNone/>
            </a:pPr>
            <a:r>
              <a:rPr lang="en-US" sz="1600" b="1">
                <a:solidFill>
                  <a:srgbClr val="0B2545"/>
                </a:solidFill>
                <a:latin typeface="Georgia" pitchFamily="34" charset="0"/>
                <a:ea typeface="Georgia" pitchFamily="34" charset="-122"/>
                <a:cs typeface="Georgia" pitchFamily="34" charset="-120"/>
              </a:rPr>
              <a:t>Frustrations</a:t>
            </a:r>
            <a:endParaRPr lang="en-US" sz="1600"/>
          </a:p>
        </p:txBody>
      </p:sp>
      <p:sp>
        <p:nvSpPr>
          <p:cNvPr id="16" name="Text 10"/>
          <p:cNvSpPr/>
          <p:nvPr/>
        </p:nvSpPr>
        <p:spPr>
          <a:xfrm>
            <a:off x="8686800" y="2148840"/>
            <a:ext cx="3474720" cy="2286000"/>
          </a:xfrm>
          <a:prstGeom prst="rect">
            <a:avLst/>
          </a:prstGeom>
          <a:noFill/>
          <a:ln/>
        </p:spPr>
        <p:txBody>
          <a:bodyPr wrap="square" lIns="0" tIns="0" rIns="0" bIns="0" rtlCol="0" anchor="ctr"/>
          <a:lstStyle/>
          <a:p>
            <a:pPr marL="342900" indent="-342900">
              <a:spcAft>
                <a:spcPts val="400"/>
              </a:spcAft>
              <a:buSzPct val="100000"/>
              <a:buChar char="•"/>
            </a:pPr>
            <a:r>
              <a:rPr lang="en-US" sz="1200">
                <a:solidFill>
                  <a:srgbClr val="1A1A1A"/>
                </a:solidFill>
                <a:latin typeface="Calibri" pitchFamily="34" charset="0"/>
                <a:ea typeface="Calibri" pitchFamily="34" charset="-122"/>
                <a:cs typeface="Calibri" pitchFamily="34" charset="-120"/>
              </a:rPr>
              <a:t>Re-entering passenger details</a:t>
            </a:r>
            <a:endParaRPr lang="en-US" sz="1200"/>
          </a:p>
          <a:p>
            <a:pPr marL="342900" indent="-342900">
              <a:spcAft>
                <a:spcPts val="400"/>
              </a:spcAft>
              <a:buSzPct val="100000"/>
              <a:buChar char="•"/>
            </a:pPr>
            <a:r>
              <a:rPr lang="en-US" sz="1200">
                <a:solidFill>
                  <a:srgbClr val="1A1A1A"/>
                </a:solidFill>
                <a:latin typeface="Calibri" pitchFamily="34" charset="0"/>
                <a:ea typeface="Calibri" pitchFamily="34" charset="-122"/>
                <a:cs typeface="Calibri" pitchFamily="34" charset="-120"/>
              </a:rPr>
              <a:t>Complex seat maps with unclear rules</a:t>
            </a:r>
            <a:endParaRPr lang="en-US" sz="1200"/>
          </a:p>
          <a:p>
            <a:pPr marL="342900" indent="-342900">
              <a:spcAft>
                <a:spcPts val="400"/>
              </a:spcAft>
              <a:buSzPct val="100000"/>
              <a:buChar char="•"/>
            </a:pPr>
            <a:r>
              <a:rPr lang="en-US" sz="1200">
                <a:solidFill>
                  <a:srgbClr val="1A1A1A"/>
                </a:solidFill>
                <a:latin typeface="Calibri" pitchFamily="34" charset="0"/>
                <a:ea typeface="Calibri" pitchFamily="34" charset="-122"/>
                <a:cs typeface="Calibri" pitchFamily="34" charset="-120"/>
              </a:rPr>
              <a:t>Unclear baggage pricing</a:t>
            </a:r>
            <a:endParaRPr lang="en-US" sz="1200"/>
          </a:p>
          <a:p>
            <a:pPr marL="342900" indent="-342900">
              <a:spcAft>
                <a:spcPts val="400"/>
              </a:spcAft>
              <a:buSzPct val="100000"/>
              <a:buChar char="•"/>
            </a:pPr>
            <a:r>
              <a:rPr lang="en-US" sz="1200">
                <a:solidFill>
                  <a:srgbClr val="1A1A1A"/>
                </a:solidFill>
                <a:latin typeface="Calibri" pitchFamily="34" charset="0"/>
                <a:ea typeface="Calibri" pitchFamily="34" charset="-122"/>
                <a:cs typeface="Calibri" pitchFamily="34" charset="-120"/>
              </a:rPr>
              <a:t>Hard-to-find customer support</a:t>
            </a:r>
            <a:endParaRPr lang="en-US" sz="1200"/>
          </a:p>
        </p:txBody>
      </p:sp>
      <p:sp>
        <p:nvSpPr>
          <p:cNvPr id="17" name="Shape 11"/>
          <p:cNvSpPr/>
          <p:nvPr/>
        </p:nvSpPr>
        <p:spPr>
          <a:xfrm>
            <a:off x="5029200" y="4754880"/>
            <a:ext cx="7040880" cy="1463040"/>
          </a:xfrm>
          <a:prstGeom prst="rect">
            <a:avLst/>
          </a:prstGeom>
          <a:solidFill>
            <a:srgbClr val="F7F3EE"/>
          </a:solidFill>
          <a:ln w="12700">
            <a:solidFill>
              <a:srgbClr val="F7F3EE"/>
            </a:solidFill>
            <a:prstDash val="solid"/>
          </a:ln>
        </p:spPr>
      </p:sp>
      <p:sp>
        <p:nvSpPr>
          <p:cNvPr id="18" name="Shape 12"/>
          <p:cNvSpPr/>
          <p:nvPr/>
        </p:nvSpPr>
        <p:spPr>
          <a:xfrm>
            <a:off x="5029200" y="4754880"/>
            <a:ext cx="73152" cy="1463040"/>
          </a:xfrm>
          <a:prstGeom prst="rect">
            <a:avLst/>
          </a:prstGeom>
          <a:solidFill>
            <a:srgbClr val="1E4D8C"/>
          </a:solidFill>
          <a:ln w="12700">
            <a:solidFill>
              <a:srgbClr val="1E4D8C"/>
            </a:solidFill>
            <a:prstDash val="solid"/>
          </a:ln>
        </p:spPr>
      </p:sp>
      <p:sp>
        <p:nvSpPr>
          <p:cNvPr id="19" name="Text 13"/>
          <p:cNvSpPr/>
          <p:nvPr/>
        </p:nvSpPr>
        <p:spPr>
          <a:xfrm>
            <a:off x="5257800" y="4846320"/>
            <a:ext cx="6766560" cy="320040"/>
          </a:xfrm>
          <a:prstGeom prst="rect">
            <a:avLst/>
          </a:prstGeom>
          <a:noFill/>
          <a:ln/>
        </p:spPr>
        <p:txBody>
          <a:bodyPr wrap="square" lIns="0" tIns="0" rIns="0" bIns="0" rtlCol="0" anchor="ctr"/>
          <a:lstStyle/>
          <a:p>
            <a:pPr marL="0" indent="0">
              <a:buNone/>
            </a:pPr>
            <a:r>
              <a:rPr lang="en-US" sz="1100" b="1" kern="0" spc="300">
                <a:solidFill>
                  <a:srgbClr val="1E4D8C"/>
                </a:solidFill>
                <a:latin typeface="Calibri" pitchFamily="34" charset="0"/>
                <a:ea typeface="Calibri" pitchFamily="34" charset="-122"/>
                <a:cs typeface="Calibri" pitchFamily="34" charset="-120"/>
              </a:rPr>
              <a:t>Why secondary</a:t>
            </a:r>
            <a:endParaRPr lang="en-US" sz="1100"/>
          </a:p>
        </p:txBody>
      </p:sp>
      <p:sp>
        <p:nvSpPr>
          <p:cNvPr id="20" name="Text 14"/>
          <p:cNvSpPr/>
          <p:nvPr/>
        </p:nvSpPr>
        <p:spPr>
          <a:xfrm>
            <a:off x="5257800" y="5166360"/>
            <a:ext cx="6766560" cy="1005840"/>
          </a:xfrm>
          <a:prstGeom prst="rect">
            <a:avLst/>
          </a:prstGeom>
          <a:noFill/>
          <a:ln/>
        </p:spPr>
        <p:txBody>
          <a:bodyPr wrap="square" lIns="0" tIns="0" rIns="0" bIns="0" rtlCol="0" anchor="ctr"/>
          <a:lstStyle/>
          <a:p>
            <a:pPr marL="0" indent="0">
              <a:buNone/>
            </a:pPr>
            <a:r>
              <a:rPr lang="en-US" sz="1300">
                <a:solidFill>
                  <a:srgbClr val="1A1A1A"/>
                </a:solidFill>
                <a:latin typeface="Calibri" pitchFamily="34" charset="0"/>
                <a:ea typeface="Calibri" pitchFamily="34" charset="-122"/>
                <a:cs typeface="Calibri" pitchFamily="34" charset="-120"/>
              </a:rPr>
              <a:t>His needs are supported through progressive disclosure — multi-passenger forms and seat coordination — without overwhelming Aisha's simpler flow.</a:t>
            </a:r>
            <a:endParaRPr lang="en-US" sz="1300"/>
          </a:p>
        </p:txBody>
      </p:sp>
      <p:sp>
        <p:nvSpPr>
          <p:cNvPr id="21" name="Shape 15"/>
          <p:cNvSpPr/>
          <p:nvPr/>
        </p:nvSpPr>
        <p:spPr>
          <a:xfrm>
            <a:off x="0" y="6537960"/>
            <a:ext cx="12161520" cy="320040"/>
          </a:xfrm>
          <a:prstGeom prst="rect">
            <a:avLst/>
          </a:prstGeom>
          <a:solidFill>
            <a:srgbClr val="0B2545"/>
          </a:solidFill>
          <a:ln w="12700">
            <a:solidFill>
              <a:srgbClr val="0B2545"/>
            </a:solidFill>
            <a:prstDash val="solid"/>
          </a:ln>
        </p:spPr>
      </p:sp>
      <p:sp>
        <p:nvSpPr>
          <p:cNvPr id="22" name="Text 16"/>
          <p:cNvSpPr/>
          <p:nvPr/>
        </p:nvSpPr>
        <p:spPr>
          <a:xfrm>
            <a:off x="457200" y="6547104"/>
            <a:ext cx="7315200" cy="301752"/>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Group 6  •  COSC 3P94  •  Airline Website</a:t>
            </a:r>
            <a:endParaRPr lang="en-US" sz="1000"/>
          </a:p>
        </p:txBody>
      </p:sp>
      <p:sp>
        <p:nvSpPr>
          <p:cNvPr id="23" name="Text 17"/>
          <p:cNvSpPr/>
          <p:nvPr/>
        </p:nvSpPr>
        <p:spPr>
          <a:xfrm>
            <a:off x="10789920" y="6547104"/>
            <a:ext cx="914400" cy="301752"/>
          </a:xfrm>
          <a:prstGeom prst="rect">
            <a:avLst/>
          </a:prstGeom>
          <a:noFill/>
          <a:ln/>
        </p:spPr>
        <p:txBody>
          <a:bodyPr wrap="square" lIns="0" tIns="0" rIns="0" bIns="0" rtlCol="0" anchor="ctr"/>
          <a:lstStyle/>
          <a:p>
            <a:pPr marL="0" indent="0" algn="r">
              <a:buNone/>
            </a:pPr>
            <a:r>
              <a:rPr lang="en-US" sz="1000">
                <a:solidFill>
                  <a:srgbClr val="FFFFFF"/>
                </a:solidFill>
                <a:latin typeface="Calibri" pitchFamily="34" charset="0"/>
                <a:ea typeface="Calibri" pitchFamily="34" charset="-122"/>
                <a:cs typeface="Calibri" pitchFamily="34" charset="-120"/>
              </a:rPr>
              <a:t>6 / 13</a:t>
            </a:r>
            <a:endParaRPr lang="en-US" sz="10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100" b="1" kern="0" spc="400">
                <a:solidFill>
                  <a:srgbClr val="F4A261"/>
                </a:solidFill>
                <a:latin typeface="Calibri" pitchFamily="34" charset="0"/>
                <a:ea typeface="Calibri" pitchFamily="34" charset="-122"/>
                <a:cs typeface="Calibri" pitchFamily="34" charset="-120"/>
              </a:rPr>
              <a:t>WHAT USERS NEED</a:t>
            </a:r>
            <a:endParaRPr lang="en-US" sz="110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000" b="1">
                <a:solidFill>
                  <a:srgbClr val="0B2545"/>
                </a:solidFill>
                <a:latin typeface="Georgia" pitchFamily="34" charset="0"/>
                <a:ea typeface="Georgia" pitchFamily="34" charset="-122"/>
                <a:cs typeface="Georgia" pitchFamily="34" charset="-120"/>
              </a:rPr>
              <a:t>Designing for two personas, one smooth flow</a:t>
            </a:r>
            <a:endParaRPr lang="en-US" sz="3000"/>
          </a:p>
        </p:txBody>
      </p:sp>
      <p:sp>
        <p:nvSpPr>
          <p:cNvPr id="4" name="Shape 2"/>
          <p:cNvSpPr/>
          <p:nvPr/>
        </p:nvSpPr>
        <p:spPr>
          <a:xfrm>
            <a:off x="434340" y="1737360"/>
            <a:ext cx="3611880" cy="4526280"/>
          </a:xfrm>
          <a:prstGeom prst="rect">
            <a:avLst/>
          </a:prstGeom>
          <a:solidFill>
            <a:srgbClr val="FFFFFF"/>
          </a:solidFill>
          <a:ln w="25400">
            <a:solidFill>
              <a:srgbClr val="F4A261"/>
            </a:solidFill>
            <a:prstDash val="solid"/>
          </a:ln>
        </p:spPr>
      </p:sp>
      <p:pic>
        <p:nvPicPr>
          <p:cNvPr id="5" name="Image 0" descr="preencoded.png"/>
          <p:cNvPicPr>
            <a:picLocks noChangeAspect="1"/>
          </p:cNvPicPr>
          <p:nvPr/>
        </p:nvPicPr>
        <p:blipFill>
          <a:blip r:embed="rId3"/>
          <a:stretch>
            <a:fillRect/>
          </a:stretch>
        </p:blipFill>
        <p:spPr>
          <a:xfrm>
            <a:off x="708660" y="1965960"/>
            <a:ext cx="411480" cy="411480"/>
          </a:xfrm>
          <a:prstGeom prst="rect">
            <a:avLst/>
          </a:prstGeom>
        </p:spPr>
      </p:pic>
      <p:sp>
        <p:nvSpPr>
          <p:cNvPr id="6" name="Text 3"/>
          <p:cNvSpPr/>
          <p:nvPr/>
        </p:nvSpPr>
        <p:spPr>
          <a:xfrm>
            <a:off x="1211580" y="1938528"/>
            <a:ext cx="2697480" cy="457200"/>
          </a:xfrm>
          <a:prstGeom prst="rect">
            <a:avLst/>
          </a:prstGeom>
          <a:noFill/>
          <a:ln/>
        </p:spPr>
        <p:txBody>
          <a:bodyPr wrap="square" lIns="0" tIns="0" rIns="0" bIns="0" rtlCol="0" anchor="ctr"/>
          <a:lstStyle/>
          <a:p>
            <a:pPr marL="0" indent="0">
              <a:buNone/>
            </a:pPr>
            <a:r>
              <a:rPr lang="en-US" sz="1800" b="1">
                <a:solidFill>
                  <a:srgbClr val="0B2545"/>
                </a:solidFill>
                <a:latin typeface="Georgia" pitchFamily="34" charset="0"/>
                <a:ea typeface="Georgia" pitchFamily="34" charset="-122"/>
                <a:cs typeface="Georgia" pitchFamily="34" charset="-120"/>
              </a:rPr>
              <a:t>Aisha's goals</a:t>
            </a:r>
            <a:endParaRPr lang="en-US" sz="1800"/>
          </a:p>
        </p:txBody>
      </p:sp>
      <p:sp>
        <p:nvSpPr>
          <p:cNvPr id="7" name="Text 4"/>
          <p:cNvSpPr/>
          <p:nvPr/>
        </p:nvSpPr>
        <p:spPr>
          <a:xfrm>
            <a:off x="708660" y="2423160"/>
            <a:ext cx="3154680" cy="274320"/>
          </a:xfrm>
          <a:prstGeom prst="rect">
            <a:avLst/>
          </a:prstGeom>
          <a:noFill/>
          <a:ln/>
        </p:spPr>
        <p:txBody>
          <a:bodyPr wrap="square" lIns="0" tIns="0" rIns="0" bIns="0" rtlCol="0" anchor="ctr"/>
          <a:lstStyle/>
          <a:p>
            <a:pPr marL="0" indent="0">
              <a:buNone/>
            </a:pPr>
            <a:r>
              <a:rPr lang="en-US" sz="1000" b="1" kern="0" spc="300">
                <a:solidFill>
                  <a:srgbClr val="F4A261"/>
                </a:solidFill>
                <a:latin typeface="Calibri" pitchFamily="34" charset="0"/>
                <a:ea typeface="Calibri" pitchFamily="34" charset="-122"/>
                <a:cs typeface="Calibri" pitchFamily="34" charset="-120"/>
              </a:rPr>
              <a:t>PRIMARY PERSONA</a:t>
            </a:r>
            <a:endParaRPr lang="en-US" sz="1000"/>
          </a:p>
        </p:txBody>
      </p:sp>
      <p:sp>
        <p:nvSpPr>
          <p:cNvPr id="8" name="Text 5"/>
          <p:cNvSpPr/>
          <p:nvPr/>
        </p:nvSpPr>
        <p:spPr>
          <a:xfrm>
            <a:off x="708660" y="2788920"/>
            <a:ext cx="3154680" cy="3291840"/>
          </a:xfrm>
          <a:prstGeom prst="rect">
            <a:avLst/>
          </a:prstGeom>
          <a:noFill/>
          <a:ln/>
        </p:spPr>
        <p:txBody>
          <a:bodyPr wrap="square" lIns="0" tIns="0" rIns="0" bIns="0" rtlCol="0" anchor="ctr"/>
          <a:lstStyle/>
          <a:p>
            <a:pPr marL="342900" indent="-342900">
              <a:spcAft>
                <a:spcPts val="600"/>
              </a:spcAft>
              <a:buSzPct val="100000"/>
              <a:buChar char="•"/>
            </a:pPr>
            <a:r>
              <a:rPr lang="en-US" sz="1200">
                <a:solidFill>
                  <a:srgbClr val="1A1A1A"/>
                </a:solidFill>
                <a:latin typeface="Calibri" pitchFamily="34" charset="0"/>
                <a:ea typeface="Calibri" pitchFamily="34" charset="-122"/>
                <a:cs typeface="Calibri" pitchFamily="34" charset="-120"/>
              </a:rPr>
              <a:t>Start booking immediately</a:t>
            </a:r>
            <a:endParaRPr lang="en-US" sz="1200"/>
          </a:p>
          <a:p>
            <a:pPr marL="342900" indent="-342900">
              <a:spcAft>
                <a:spcPts val="600"/>
              </a:spcAft>
              <a:buSzPct val="100000"/>
              <a:buChar char="•"/>
            </a:pPr>
            <a:r>
              <a:rPr lang="en-US" sz="1200">
                <a:solidFill>
                  <a:srgbClr val="1A1A1A"/>
                </a:solidFill>
                <a:latin typeface="Calibri" pitchFamily="34" charset="0"/>
                <a:ea typeface="Calibri" pitchFamily="34" charset="-122"/>
                <a:cs typeface="Calibri" pitchFamily="34" charset="-120"/>
              </a:rPr>
              <a:t>Compare flights easily by price and duration</a:t>
            </a:r>
            <a:endParaRPr lang="en-US" sz="1200"/>
          </a:p>
          <a:p>
            <a:pPr marL="342900" indent="-342900">
              <a:spcAft>
                <a:spcPts val="600"/>
              </a:spcAft>
              <a:buSzPct val="100000"/>
              <a:buChar char="•"/>
            </a:pPr>
            <a:r>
              <a:rPr lang="en-US" sz="1200">
                <a:solidFill>
                  <a:srgbClr val="1A1A1A"/>
                </a:solidFill>
                <a:latin typeface="Calibri" pitchFamily="34" charset="0"/>
                <a:ea typeface="Calibri" pitchFamily="34" charset="-122"/>
                <a:cs typeface="Calibri" pitchFamily="34" charset="-120"/>
              </a:rPr>
              <a:t>See total cost up front</a:t>
            </a:r>
            <a:endParaRPr lang="en-US" sz="1200"/>
          </a:p>
          <a:p>
            <a:pPr marL="342900" indent="-342900">
              <a:spcAft>
                <a:spcPts val="600"/>
              </a:spcAft>
              <a:buSzPct val="100000"/>
              <a:buChar char="•"/>
            </a:pPr>
            <a:r>
              <a:rPr lang="en-US" sz="1200">
                <a:solidFill>
                  <a:srgbClr val="1A1A1A"/>
                </a:solidFill>
                <a:latin typeface="Calibri" pitchFamily="34" charset="0"/>
                <a:ea typeface="Calibri" pitchFamily="34" charset="-122"/>
                <a:cs typeface="Calibri" pitchFamily="34" charset="-120"/>
              </a:rPr>
              <a:t>Avoid confusion from fare tiers</a:t>
            </a:r>
            <a:endParaRPr lang="en-US" sz="1200"/>
          </a:p>
          <a:p>
            <a:pPr marL="342900" indent="-342900">
              <a:spcAft>
                <a:spcPts val="600"/>
              </a:spcAft>
              <a:buSzPct val="100000"/>
              <a:buChar char="•"/>
            </a:pPr>
            <a:r>
              <a:rPr lang="en-US" sz="1200">
                <a:solidFill>
                  <a:srgbClr val="1A1A1A"/>
                </a:solidFill>
                <a:latin typeface="Calibri" pitchFamily="34" charset="0"/>
                <a:ea typeface="Calibri" pitchFamily="34" charset="-122"/>
                <a:cs typeface="Calibri" pitchFamily="34" charset="-120"/>
              </a:rPr>
              <a:t>Skip aggressive upselling</a:t>
            </a:r>
            <a:endParaRPr lang="en-US" sz="1200"/>
          </a:p>
          <a:p>
            <a:pPr marL="342900" indent="-342900">
              <a:spcAft>
                <a:spcPts val="600"/>
              </a:spcAft>
              <a:buSzPct val="100000"/>
              <a:buChar char="•"/>
            </a:pPr>
            <a:r>
              <a:rPr lang="en-US" sz="1200">
                <a:solidFill>
                  <a:srgbClr val="1A1A1A"/>
                </a:solidFill>
                <a:latin typeface="Calibri" pitchFamily="34" charset="0"/>
                <a:ea typeface="Calibri" pitchFamily="34" charset="-122"/>
                <a:cs typeface="Calibri" pitchFamily="34" charset="-120"/>
              </a:rPr>
              <a:t>Prevent errors in passenger info</a:t>
            </a:r>
            <a:endParaRPr lang="en-US" sz="1200"/>
          </a:p>
        </p:txBody>
      </p:sp>
      <p:sp>
        <p:nvSpPr>
          <p:cNvPr id="9" name="Shape 6"/>
          <p:cNvSpPr/>
          <p:nvPr/>
        </p:nvSpPr>
        <p:spPr>
          <a:xfrm>
            <a:off x="4274820" y="1737360"/>
            <a:ext cx="3611880" cy="4526280"/>
          </a:xfrm>
          <a:prstGeom prst="rect">
            <a:avLst/>
          </a:prstGeom>
          <a:solidFill>
            <a:srgbClr val="FFFFFF"/>
          </a:solidFill>
          <a:ln w="25400">
            <a:solidFill>
              <a:srgbClr val="1E4D8C"/>
            </a:solidFill>
            <a:prstDash val="solid"/>
          </a:ln>
        </p:spPr>
      </p:sp>
      <p:pic>
        <p:nvPicPr>
          <p:cNvPr id="10" name="Image 1" descr="preencoded.png"/>
          <p:cNvPicPr>
            <a:picLocks noChangeAspect="1"/>
          </p:cNvPicPr>
          <p:nvPr/>
        </p:nvPicPr>
        <p:blipFill>
          <a:blip r:embed="rId4"/>
          <a:stretch>
            <a:fillRect/>
          </a:stretch>
        </p:blipFill>
        <p:spPr>
          <a:xfrm>
            <a:off x="4549140" y="1965960"/>
            <a:ext cx="457200" cy="457200"/>
          </a:xfrm>
          <a:prstGeom prst="rect">
            <a:avLst/>
          </a:prstGeom>
        </p:spPr>
      </p:pic>
      <p:sp>
        <p:nvSpPr>
          <p:cNvPr id="11" name="Text 7"/>
          <p:cNvSpPr/>
          <p:nvPr/>
        </p:nvSpPr>
        <p:spPr>
          <a:xfrm>
            <a:off x="5097780" y="1938528"/>
            <a:ext cx="2697480" cy="457200"/>
          </a:xfrm>
          <a:prstGeom prst="rect">
            <a:avLst/>
          </a:prstGeom>
          <a:noFill/>
          <a:ln/>
        </p:spPr>
        <p:txBody>
          <a:bodyPr wrap="square" lIns="0" tIns="0" rIns="0" bIns="0" rtlCol="0" anchor="ctr"/>
          <a:lstStyle/>
          <a:p>
            <a:pPr marL="0" indent="0">
              <a:buNone/>
            </a:pPr>
            <a:r>
              <a:rPr lang="en-US" sz="1800" b="1">
                <a:solidFill>
                  <a:srgbClr val="0B2545"/>
                </a:solidFill>
                <a:latin typeface="Georgia" pitchFamily="34" charset="0"/>
                <a:ea typeface="Georgia" pitchFamily="34" charset="-122"/>
                <a:cs typeface="Georgia" pitchFamily="34" charset="-120"/>
              </a:rPr>
              <a:t>Michael's goals</a:t>
            </a:r>
            <a:endParaRPr lang="en-US" sz="1800"/>
          </a:p>
        </p:txBody>
      </p:sp>
      <p:sp>
        <p:nvSpPr>
          <p:cNvPr id="12" name="Text 8"/>
          <p:cNvSpPr/>
          <p:nvPr/>
        </p:nvSpPr>
        <p:spPr>
          <a:xfrm>
            <a:off x="4549140" y="2423160"/>
            <a:ext cx="3154680" cy="274320"/>
          </a:xfrm>
          <a:prstGeom prst="rect">
            <a:avLst/>
          </a:prstGeom>
          <a:noFill/>
          <a:ln/>
        </p:spPr>
        <p:txBody>
          <a:bodyPr wrap="square" lIns="0" tIns="0" rIns="0" bIns="0" rtlCol="0" anchor="ctr"/>
          <a:lstStyle/>
          <a:p>
            <a:pPr marL="0" indent="0">
              <a:buNone/>
            </a:pPr>
            <a:r>
              <a:rPr lang="en-US" sz="1000" b="1" kern="0" spc="300">
                <a:solidFill>
                  <a:srgbClr val="1E4D8C"/>
                </a:solidFill>
                <a:latin typeface="Calibri" pitchFamily="34" charset="0"/>
                <a:ea typeface="Calibri" pitchFamily="34" charset="-122"/>
                <a:cs typeface="Calibri" pitchFamily="34" charset="-120"/>
              </a:rPr>
              <a:t>SECONDARY PERSONA</a:t>
            </a:r>
            <a:endParaRPr lang="en-US" sz="1000"/>
          </a:p>
        </p:txBody>
      </p:sp>
      <p:sp>
        <p:nvSpPr>
          <p:cNvPr id="13" name="Text 9"/>
          <p:cNvSpPr/>
          <p:nvPr/>
        </p:nvSpPr>
        <p:spPr>
          <a:xfrm>
            <a:off x="4549140" y="2788920"/>
            <a:ext cx="3154680" cy="3291840"/>
          </a:xfrm>
          <a:prstGeom prst="rect">
            <a:avLst/>
          </a:prstGeom>
          <a:noFill/>
          <a:ln/>
        </p:spPr>
        <p:txBody>
          <a:bodyPr wrap="square" lIns="0" tIns="0" rIns="0" bIns="0" rtlCol="0" anchor="ctr"/>
          <a:lstStyle/>
          <a:p>
            <a:pPr marL="342900" indent="-342900">
              <a:spcAft>
                <a:spcPts val="600"/>
              </a:spcAft>
              <a:buSzPct val="100000"/>
              <a:buChar char="•"/>
            </a:pPr>
            <a:r>
              <a:rPr lang="en-US" sz="1200">
                <a:solidFill>
                  <a:srgbClr val="1A1A1A"/>
                </a:solidFill>
                <a:latin typeface="Calibri" pitchFamily="34" charset="0"/>
                <a:ea typeface="Calibri" pitchFamily="34" charset="-122"/>
                <a:cs typeface="Calibri" pitchFamily="34" charset="-120"/>
              </a:rPr>
              <a:t>Manage multiple passengers efficiently</a:t>
            </a:r>
            <a:endParaRPr lang="en-US" sz="1200"/>
          </a:p>
          <a:p>
            <a:pPr marL="342900" indent="-342900">
              <a:spcAft>
                <a:spcPts val="600"/>
              </a:spcAft>
              <a:buSzPct val="100000"/>
              <a:buChar char="•"/>
            </a:pPr>
            <a:r>
              <a:rPr lang="en-US" sz="1200">
                <a:solidFill>
                  <a:srgbClr val="1A1A1A"/>
                </a:solidFill>
                <a:latin typeface="Calibri" pitchFamily="34" charset="0"/>
                <a:ea typeface="Calibri" pitchFamily="34" charset="-122"/>
                <a:cs typeface="Calibri" pitchFamily="34" charset="-120"/>
              </a:rPr>
              <a:t>Pick seats together for the family</a:t>
            </a:r>
            <a:endParaRPr lang="en-US" sz="1200"/>
          </a:p>
          <a:p>
            <a:pPr marL="342900" indent="-342900">
              <a:spcAft>
                <a:spcPts val="600"/>
              </a:spcAft>
              <a:buSzPct val="100000"/>
              <a:buChar char="•"/>
            </a:pPr>
            <a:r>
              <a:rPr lang="en-US" sz="1200">
                <a:solidFill>
                  <a:srgbClr val="1A1A1A"/>
                </a:solidFill>
                <a:latin typeface="Calibri" pitchFamily="34" charset="0"/>
                <a:ea typeface="Calibri" pitchFamily="34" charset="-122"/>
                <a:cs typeface="Calibri" pitchFamily="34" charset="-120"/>
              </a:rPr>
              <a:t>Understand baggage and refund rules</a:t>
            </a:r>
            <a:endParaRPr lang="en-US" sz="1200"/>
          </a:p>
          <a:p>
            <a:pPr marL="342900" indent="-342900">
              <a:spcAft>
                <a:spcPts val="600"/>
              </a:spcAft>
              <a:buSzPct val="100000"/>
              <a:buChar char="•"/>
            </a:pPr>
            <a:r>
              <a:rPr lang="en-US" sz="1200">
                <a:solidFill>
                  <a:srgbClr val="1A1A1A"/>
                </a:solidFill>
                <a:latin typeface="Calibri" pitchFamily="34" charset="0"/>
                <a:ea typeface="Calibri" pitchFamily="34" charset="-122"/>
                <a:cs typeface="Calibri" pitchFamily="34" charset="-120"/>
              </a:rPr>
              <a:t>Access support easily if needed</a:t>
            </a:r>
            <a:endParaRPr lang="en-US" sz="1200"/>
          </a:p>
          <a:p>
            <a:pPr marL="342900" indent="-342900">
              <a:spcAft>
                <a:spcPts val="600"/>
              </a:spcAft>
              <a:buSzPct val="100000"/>
              <a:buChar char="•"/>
            </a:pPr>
            <a:r>
              <a:rPr lang="en-US" sz="1200">
                <a:solidFill>
                  <a:srgbClr val="1A1A1A"/>
                </a:solidFill>
                <a:latin typeface="Calibri" pitchFamily="34" charset="0"/>
                <a:ea typeface="Calibri" pitchFamily="34" charset="-122"/>
                <a:cs typeface="Calibri" pitchFamily="34" charset="-120"/>
              </a:rPr>
              <a:t>Review the full booking summary</a:t>
            </a:r>
            <a:endParaRPr lang="en-US" sz="1200"/>
          </a:p>
        </p:txBody>
      </p:sp>
      <p:sp>
        <p:nvSpPr>
          <p:cNvPr id="14" name="Shape 10"/>
          <p:cNvSpPr/>
          <p:nvPr/>
        </p:nvSpPr>
        <p:spPr>
          <a:xfrm>
            <a:off x="8115300" y="1737360"/>
            <a:ext cx="3611880" cy="4526280"/>
          </a:xfrm>
          <a:prstGeom prst="rect">
            <a:avLst/>
          </a:prstGeom>
          <a:solidFill>
            <a:srgbClr val="0B2545"/>
          </a:solidFill>
          <a:ln w="12700">
            <a:solidFill>
              <a:srgbClr val="0B2545"/>
            </a:solidFill>
            <a:prstDash val="solid"/>
          </a:ln>
        </p:spPr>
      </p:sp>
      <p:pic>
        <p:nvPicPr>
          <p:cNvPr id="15" name="Image 2" descr="preencoded.png"/>
          <p:cNvPicPr>
            <a:picLocks noChangeAspect="1"/>
          </p:cNvPicPr>
          <p:nvPr/>
        </p:nvPicPr>
        <p:blipFill>
          <a:blip r:embed="rId5"/>
          <a:stretch>
            <a:fillRect/>
          </a:stretch>
        </p:blipFill>
        <p:spPr>
          <a:xfrm>
            <a:off x="8389620" y="1965960"/>
            <a:ext cx="411480" cy="411480"/>
          </a:xfrm>
          <a:prstGeom prst="rect">
            <a:avLst/>
          </a:prstGeom>
        </p:spPr>
      </p:pic>
      <p:sp>
        <p:nvSpPr>
          <p:cNvPr id="16" name="Text 11"/>
          <p:cNvSpPr/>
          <p:nvPr/>
        </p:nvSpPr>
        <p:spPr>
          <a:xfrm>
            <a:off x="8892540" y="1938528"/>
            <a:ext cx="2697480" cy="457200"/>
          </a:xfrm>
          <a:prstGeom prst="rect">
            <a:avLst/>
          </a:prstGeom>
          <a:noFill/>
          <a:ln/>
        </p:spPr>
        <p:txBody>
          <a:bodyPr wrap="square" lIns="0" tIns="0" rIns="0" bIns="0" rtlCol="0" anchor="ctr"/>
          <a:lstStyle/>
          <a:p>
            <a:pPr marL="0" indent="0">
              <a:buNone/>
            </a:pPr>
            <a:r>
              <a:rPr lang="en-US" sz="1800" b="1">
                <a:solidFill>
                  <a:srgbClr val="FFFFFF"/>
                </a:solidFill>
                <a:latin typeface="Georgia" pitchFamily="34" charset="0"/>
                <a:ea typeface="Georgia" pitchFamily="34" charset="-122"/>
                <a:cs typeface="Georgia" pitchFamily="34" charset="-120"/>
              </a:rPr>
              <a:t>Shared goals</a:t>
            </a:r>
            <a:endParaRPr lang="en-US" sz="1800"/>
          </a:p>
        </p:txBody>
      </p:sp>
      <p:sp>
        <p:nvSpPr>
          <p:cNvPr id="17" name="Text 12"/>
          <p:cNvSpPr/>
          <p:nvPr/>
        </p:nvSpPr>
        <p:spPr>
          <a:xfrm>
            <a:off x="8389620" y="2423160"/>
            <a:ext cx="3154680" cy="274320"/>
          </a:xfrm>
          <a:prstGeom prst="rect">
            <a:avLst/>
          </a:prstGeom>
          <a:noFill/>
          <a:ln/>
        </p:spPr>
        <p:txBody>
          <a:bodyPr wrap="square" lIns="0" tIns="0" rIns="0" bIns="0" rtlCol="0" anchor="ctr"/>
          <a:lstStyle/>
          <a:p>
            <a:pPr marL="0" indent="0">
              <a:buNone/>
            </a:pPr>
            <a:r>
              <a:rPr lang="en-US" sz="1000" b="1" kern="0" spc="300">
                <a:solidFill>
                  <a:srgbClr val="F4A261"/>
                </a:solidFill>
                <a:latin typeface="Calibri" pitchFamily="34" charset="0"/>
                <a:ea typeface="Calibri" pitchFamily="34" charset="-122"/>
                <a:cs typeface="Calibri" pitchFamily="34" charset="-120"/>
              </a:rPr>
              <a:t>WHAT EVERYONE WANTS</a:t>
            </a:r>
            <a:endParaRPr lang="en-US" sz="1000"/>
          </a:p>
        </p:txBody>
      </p:sp>
      <p:sp>
        <p:nvSpPr>
          <p:cNvPr id="18" name="Text 13"/>
          <p:cNvSpPr/>
          <p:nvPr/>
        </p:nvSpPr>
        <p:spPr>
          <a:xfrm>
            <a:off x="8389620" y="2788920"/>
            <a:ext cx="3154680" cy="3291840"/>
          </a:xfrm>
          <a:prstGeom prst="rect">
            <a:avLst/>
          </a:prstGeom>
          <a:noFill/>
          <a:ln/>
        </p:spPr>
        <p:txBody>
          <a:bodyPr wrap="square" lIns="0" tIns="0" rIns="0" bIns="0" rtlCol="0" anchor="ctr"/>
          <a:lstStyle/>
          <a:p>
            <a:pPr marL="342900" indent="-342900">
              <a:spcAft>
                <a:spcPts val="600"/>
              </a:spcAft>
              <a:buSzPct val="100000"/>
              <a:buChar char="•"/>
            </a:pPr>
            <a:r>
              <a:rPr lang="en-US" sz="1200">
                <a:solidFill>
                  <a:srgbClr val="FFFFFF"/>
                </a:solidFill>
                <a:latin typeface="Calibri" pitchFamily="34" charset="0"/>
                <a:ea typeface="Calibri" pitchFamily="34" charset="-122"/>
                <a:cs typeface="Calibri" pitchFamily="34" charset="-120"/>
              </a:rPr>
              <a:t>Reduce stress during booking</a:t>
            </a:r>
            <a:endParaRPr lang="en-US" sz="1200"/>
          </a:p>
          <a:p>
            <a:pPr marL="342900" indent="-342900">
              <a:spcAft>
                <a:spcPts val="600"/>
              </a:spcAft>
              <a:buSzPct val="100000"/>
              <a:buChar char="•"/>
            </a:pPr>
            <a:r>
              <a:rPr lang="en-US" sz="1200">
                <a:solidFill>
                  <a:srgbClr val="FFFFFF"/>
                </a:solidFill>
                <a:latin typeface="Calibri" pitchFamily="34" charset="0"/>
                <a:ea typeface="Calibri" pitchFamily="34" charset="-122"/>
                <a:cs typeface="Calibri" pitchFamily="34" charset="-120"/>
              </a:rPr>
              <a:t>Avoid information overload</a:t>
            </a:r>
            <a:endParaRPr lang="en-US" sz="1200"/>
          </a:p>
          <a:p>
            <a:pPr marL="342900" indent="-342900">
              <a:spcAft>
                <a:spcPts val="600"/>
              </a:spcAft>
              <a:buSzPct val="100000"/>
              <a:buChar char="•"/>
            </a:pPr>
            <a:r>
              <a:rPr lang="en-US" sz="1200">
                <a:solidFill>
                  <a:srgbClr val="FFFFFF"/>
                </a:solidFill>
                <a:latin typeface="Calibri" pitchFamily="34" charset="0"/>
                <a:ea typeface="Calibri" pitchFamily="34" charset="-122"/>
                <a:cs typeface="Calibri" pitchFamily="34" charset="-120"/>
              </a:rPr>
              <a:t>Feel in control of decisions</a:t>
            </a:r>
            <a:endParaRPr lang="en-US" sz="1200"/>
          </a:p>
          <a:p>
            <a:pPr marL="342900" indent="-342900">
              <a:spcAft>
                <a:spcPts val="600"/>
              </a:spcAft>
              <a:buSzPct val="100000"/>
              <a:buChar char="•"/>
            </a:pPr>
            <a:r>
              <a:rPr lang="en-US" sz="1200">
                <a:solidFill>
                  <a:srgbClr val="FFFFFF"/>
                </a:solidFill>
                <a:latin typeface="Calibri" pitchFamily="34" charset="0"/>
                <a:ea typeface="Calibri" pitchFamily="34" charset="-122"/>
                <a:cs typeface="Calibri" pitchFamily="34" charset="-120"/>
              </a:rPr>
              <a:t>Trust the system with personal data</a:t>
            </a:r>
            <a:endParaRPr lang="en-US" sz="1200"/>
          </a:p>
          <a:p>
            <a:pPr marL="342900" indent="-342900">
              <a:spcAft>
                <a:spcPts val="600"/>
              </a:spcAft>
              <a:buSzPct val="100000"/>
              <a:buChar char="•"/>
            </a:pPr>
            <a:r>
              <a:rPr lang="en-US" sz="1200">
                <a:solidFill>
                  <a:srgbClr val="FFFFFF"/>
                </a:solidFill>
                <a:latin typeface="Calibri" pitchFamily="34" charset="0"/>
                <a:ea typeface="Calibri" pitchFamily="34" charset="-122"/>
                <a:cs typeface="Calibri" pitchFamily="34" charset="-120"/>
              </a:rPr>
              <a:t>Complete booking quickly and confidently</a:t>
            </a:r>
            <a:endParaRPr lang="en-US" sz="1200"/>
          </a:p>
        </p:txBody>
      </p:sp>
      <p:sp>
        <p:nvSpPr>
          <p:cNvPr id="19" name="Shape 14"/>
          <p:cNvSpPr/>
          <p:nvPr/>
        </p:nvSpPr>
        <p:spPr>
          <a:xfrm>
            <a:off x="0" y="6537960"/>
            <a:ext cx="12161520" cy="320040"/>
          </a:xfrm>
          <a:prstGeom prst="rect">
            <a:avLst/>
          </a:prstGeom>
          <a:solidFill>
            <a:srgbClr val="0B2545"/>
          </a:solidFill>
          <a:ln w="12700">
            <a:solidFill>
              <a:srgbClr val="0B2545"/>
            </a:solidFill>
            <a:prstDash val="solid"/>
          </a:ln>
        </p:spPr>
      </p:sp>
      <p:sp>
        <p:nvSpPr>
          <p:cNvPr id="20" name="Text 15"/>
          <p:cNvSpPr/>
          <p:nvPr/>
        </p:nvSpPr>
        <p:spPr>
          <a:xfrm>
            <a:off x="457200" y="6547104"/>
            <a:ext cx="7315200" cy="301752"/>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Group 6  •  COSC 3P94  •  Airline Website</a:t>
            </a:r>
            <a:endParaRPr lang="en-US" sz="1000"/>
          </a:p>
        </p:txBody>
      </p:sp>
      <p:sp>
        <p:nvSpPr>
          <p:cNvPr id="21" name="Text 16"/>
          <p:cNvSpPr/>
          <p:nvPr/>
        </p:nvSpPr>
        <p:spPr>
          <a:xfrm>
            <a:off x="10789920" y="6547104"/>
            <a:ext cx="914400" cy="301752"/>
          </a:xfrm>
          <a:prstGeom prst="rect">
            <a:avLst/>
          </a:prstGeom>
          <a:noFill/>
          <a:ln/>
        </p:spPr>
        <p:txBody>
          <a:bodyPr wrap="square" lIns="0" tIns="0" rIns="0" bIns="0" rtlCol="0" anchor="ctr"/>
          <a:lstStyle/>
          <a:p>
            <a:pPr marL="0" indent="0" algn="r">
              <a:buNone/>
            </a:pPr>
            <a:r>
              <a:rPr lang="en-US" sz="1000">
                <a:solidFill>
                  <a:srgbClr val="FFFFFF"/>
                </a:solidFill>
                <a:latin typeface="Calibri" pitchFamily="34" charset="0"/>
                <a:ea typeface="Calibri" pitchFamily="34" charset="-122"/>
                <a:cs typeface="Calibri" pitchFamily="34" charset="-120"/>
              </a:rPr>
              <a:t>7 / 13</a:t>
            </a:r>
            <a:endParaRPr lang="en-US" sz="10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100" b="1" kern="0" spc="400">
                <a:solidFill>
                  <a:srgbClr val="F4A261"/>
                </a:solidFill>
                <a:latin typeface="Calibri" pitchFamily="34" charset="0"/>
                <a:ea typeface="Calibri" pitchFamily="34" charset="-122"/>
                <a:cs typeface="Calibri" pitchFamily="34" charset="-120"/>
              </a:rPr>
              <a:t>STAGE 2  •  DESIGN DECISIONS</a:t>
            </a:r>
            <a:endParaRPr lang="en-US" sz="110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000" b="1">
                <a:solidFill>
                  <a:srgbClr val="0B2545"/>
                </a:solidFill>
                <a:latin typeface="Georgia" pitchFamily="34" charset="0"/>
                <a:ea typeface="Georgia" pitchFamily="34" charset="-122"/>
                <a:cs typeface="Georgia" pitchFamily="34" charset="-120"/>
              </a:rPr>
              <a:t>Principles behind our first Figma prototype</a:t>
            </a:r>
            <a:endParaRPr lang="en-US" sz="3000"/>
          </a:p>
        </p:txBody>
      </p:sp>
      <p:sp>
        <p:nvSpPr>
          <p:cNvPr id="4" name="Shape 2"/>
          <p:cNvSpPr/>
          <p:nvPr/>
        </p:nvSpPr>
        <p:spPr>
          <a:xfrm>
            <a:off x="411480" y="1783080"/>
            <a:ext cx="3657600" cy="1417320"/>
          </a:xfrm>
          <a:prstGeom prst="rect">
            <a:avLst/>
          </a:prstGeom>
          <a:solidFill>
            <a:srgbClr val="F7F3EE"/>
          </a:solidFill>
          <a:ln w="9525">
            <a:solidFill>
              <a:srgbClr val="E5E7EB"/>
            </a:solidFill>
            <a:prstDash val="solid"/>
          </a:ln>
        </p:spPr>
      </p:sp>
      <p:sp>
        <p:nvSpPr>
          <p:cNvPr id="5" name="Shape 3"/>
          <p:cNvSpPr/>
          <p:nvPr/>
        </p:nvSpPr>
        <p:spPr>
          <a:xfrm>
            <a:off x="640080" y="2011680"/>
            <a:ext cx="640080" cy="640080"/>
          </a:xfrm>
          <a:prstGeom prst="ellipse">
            <a:avLst/>
          </a:prstGeom>
          <a:solidFill>
            <a:srgbClr val="0B2545"/>
          </a:solidFill>
          <a:ln w="12700">
            <a:solidFill>
              <a:srgbClr val="0B2545"/>
            </a:solidFill>
            <a:prstDash val="solid"/>
          </a:ln>
        </p:spPr>
      </p:sp>
      <p:pic>
        <p:nvPicPr>
          <p:cNvPr id="6" name="Image 0" descr="preencoded.png"/>
          <p:cNvPicPr>
            <a:picLocks noChangeAspect="1"/>
          </p:cNvPicPr>
          <p:nvPr/>
        </p:nvPicPr>
        <p:blipFill>
          <a:blip r:embed="rId3"/>
          <a:stretch>
            <a:fillRect/>
          </a:stretch>
        </p:blipFill>
        <p:spPr>
          <a:xfrm>
            <a:off x="777240" y="2148840"/>
            <a:ext cx="365760" cy="365760"/>
          </a:xfrm>
          <a:prstGeom prst="rect">
            <a:avLst/>
          </a:prstGeom>
        </p:spPr>
      </p:pic>
      <p:sp>
        <p:nvSpPr>
          <p:cNvPr id="7" name="Text 4"/>
          <p:cNvSpPr/>
          <p:nvPr/>
        </p:nvSpPr>
        <p:spPr>
          <a:xfrm>
            <a:off x="1417320" y="1984248"/>
            <a:ext cx="2468880" cy="411480"/>
          </a:xfrm>
          <a:prstGeom prst="rect">
            <a:avLst/>
          </a:prstGeom>
          <a:noFill/>
          <a:ln/>
        </p:spPr>
        <p:txBody>
          <a:bodyPr wrap="square" lIns="0" tIns="0" rIns="0" bIns="0" rtlCol="0" anchor="ctr"/>
          <a:lstStyle/>
          <a:p>
            <a:pPr marL="0" indent="0">
              <a:buNone/>
            </a:pPr>
            <a:r>
              <a:rPr lang="en-US" sz="1400" b="1">
                <a:solidFill>
                  <a:srgbClr val="0B2545"/>
                </a:solidFill>
                <a:latin typeface="Georgia" pitchFamily="34" charset="0"/>
                <a:ea typeface="Georgia" pitchFamily="34" charset="-122"/>
                <a:cs typeface="Georgia" pitchFamily="34" charset="-120"/>
              </a:rPr>
              <a:t>Combined search + find booking</a:t>
            </a:r>
            <a:endParaRPr lang="en-US" sz="1400"/>
          </a:p>
        </p:txBody>
      </p:sp>
      <p:sp>
        <p:nvSpPr>
          <p:cNvPr id="8" name="Text 5"/>
          <p:cNvSpPr/>
          <p:nvPr/>
        </p:nvSpPr>
        <p:spPr>
          <a:xfrm>
            <a:off x="1417320" y="2404872"/>
            <a:ext cx="2468880" cy="731520"/>
          </a:xfrm>
          <a:prstGeom prst="rect">
            <a:avLst/>
          </a:prstGeom>
          <a:noFill/>
          <a:ln/>
        </p:spPr>
        <p:txBody>
          <a:bodyPr wrap="square" lIns="0" tIns="0" rIns="0" bIns="0" rtlCol="0" anchor="ctr"/>
          <a:lstStyle/>
          <a:p>
            <a:pPr marL="0" indent="0">
              <a:buNone/>
            </a:pPr>
            <a:r>
              <a:rPr lang="en-US" sz="1100">
                <a:solidFill>
                  <a:srgbClr val="1A1A1A"/>
                </a:solidFill>
                <a:latin typeface="Calibri" pitchFamily="34" charset="0"/>
                <a:ea typeface="Calibri" pitchFamily="34" charset="-122"/>
                <a:cs typeface="Calibri" pitchFamily="34" charset="-120"/>
              </a:rPr>
              <a:t>Both tasks live in one homepage module — our key innovation, shaving clicks for new and returning users.</a:t>
            </a:r>
            <a:endParaRPr lang="en-US" sz="1100"/>
          </a:p>
        </p:txBody>
      </p:sp>
      <p:sp>
        <p:nvSpPr>
          <p:cNvPr id="9" name="Shape 6"/>
          <p:cNvSpPr/>
          <p:nvPr/>
        </p:nvSpPr>
        <p:spPr>
          <a:xfrm>
            <a:off x="4251960" y="1783080"/>
            <a:ext cx="3657600" cy="1417320"/>
          </a:xfrm>
          <a:prstGeom prst="rect">
            <a:avLst/>
          </a:prstGeom>
          <a:solidFill>
            <a:srgbClr val="F7F3EE"/>
          </a:solidFill>
          <a:ln w="9525">
            <a:solidFill>
              <a:srgbClr val="E5E7EB"/>
            </a:solidFill>
            <a:prstDash val="solid"/>
          </a:ln>
        </p:spPr>
      </p:sp>
      <p:sp>
        <p:nvSpPr>
          <p:cNvPr id="10" name="Shape 7"/>
          <p:cNvSpPr/>
          <p:nvPr/>
        </p:nvSpPr>
        <p:spPr>
          <a:xfrm>
            <a:off x="4480560" y="2011680"/>
            <a:ext cx="640080" cy="640080"/>
          </a:xfrm>
          <a:prstGeom prst="ellipse">
            <a:avLst/>
          </a:prstGeom>
          <a:solidFill>
            <a:srgbClr val="0B2545"/>
          </a:solidFill>
          <a:ln w="12700">
            <a:solidFill>
              <a:srgbClr val="0B2545"/>
            </a:solidFill>
            <a:prstDash val="solid"/>
          </a:ln>
        </p:spPr>
      </p:sp>
      <p:pic>
        <p:nvPicPr>
          <p:cNvPr id="11" name="Image 1" descr="preencoded.png"/>
          <p:cNvPicPr>
            <a:picLocks noChangeAspect="1"/>
          </p:cNvPicPr>
          <p:nvPr/>
        </p:nvPicPr>
        <p:blipFill>
          <a:blip r:embed="rId4"/>
          <a:stretch>
            <a:fillRect/>
          </a:stretch>
        </p:blipFill>
        <p:spPr>
          <a:xfrm>
            <a:off x="4617720" y="2148840"/>
            <a:ext cx="365760" cy="365760"/>
          </a:xfrm>
          <a:prstGeom prst="rect">
            <a:avLst/>
          </a:prstGeom>
        </p:spPr>
      </p:pic>
      <p:sp>
        <p:nvSpPr>
          <p:cNvPr id="12" name="Text 8"/>
          <p:cNvSpPr/>
          <p:nvPr/>
        </p:nvSpPr>
        <p:spPr>
          <a:xfrm>
            <a:off x="5257800" y="1984248"/>
            <a:ext cx="2468880" cy="411480"/>
          </a:xfrm>
          <a:prstGeom prst="rect">
            <a:avLst/>
          </a:prstGeom>
          <a:noFill/>
          <a:ln/>
        </p:spPr>
        <p:txBody>
          <a:bodyPr wrap="square" lIns="0" tIns="0" rIns="0" bIns="0" rtlCol="0" anchor="ctr"/>
          <a:lstStyle/>
          <a:p>
            <a:pPr marL="0" indent="0">
              <a:buNone/>
            </a:pPr>
            <a:r>
              <a:rPr lang="en-US" sz="1400" b="1">
                <a:solidFill>
                  <a:srgbClr val="0B2545"/>
                </a:solidFill>
                <a:latin typeface="Georgia" pitchFamily="34" charset="0"/>
                <a:ea typeface="Georgia" pitchFamily="34" charset="-122"/>
                <a:cs typeface="Georgia" pitchFamily="34" charset="-120"/>
              </a:rPr>
              <a:t>Visible progress indicator</a:t>
            </a:r>
            <a:endParaRPr lang="en-US" sz="1400"/>
          </a:p>
        </p:txBody>
      </p:sp>
      <p:sp>
        <p:nvSpPr>
          <p:cNvPr id="13" name="Text 9"/>
          <p:cNvSpPr/>
          <p:nvPr/>
        </p:nvSpPr>
        <p:spPr>
          <a:xfrm>
            <a:off x="5257800" y="2404872"/>
            <a:ext cx="2468880" cy="731520"/>
          </a:xfrm>
          <a:prstGeom prst="rect">
            <a:avLst/>
          </a:prstGeom>
          <a:noFill/>
          <a:ln/>
        </p:spPr>
        <p:txBody>
          <a:bodyPr wrap="square" lIns="0" tIns="0" rIns="0" bIns="0" rtlCol="0" anchor="ctr"/>
          <a:lstStyle/>
          <a:p>
            <a:pPr marL="0" indent="0">
              <a:buNone/>
            </a:pPr>
            <a:r>
              <a:rPr lang="en-US" sz="1100">
                <a:solidFill>
                  <a:srgbClr val="1A1A1A"/>
                </a:solidFill>
                <a:latin typeface="Calibri" pitchFamily="34" charset="0"/>
                <a:ea typeface="Calibri" pitchFamily="34" charset="-122"/>
                <a:cs typeface="Calibri" pitchFamily="34" charset="-120"/>
              </a:rPr>
              <a:t>Search → Flight → Passenger → Seats → Extras → Payment, always shown so users know where they are.</a:t>
            </a:r>
            <a:endParaRPr lang="en-US" sz="1100"/>
          </a:p>
        </p:txBody>
      </p:sp>
      <p:sp>
        <p:nvSpPr>
          <p:cNvPr id="14" name="Shape 10"/>
          <p:cNvSpPr/>
          <p:nvPr/>
        </p:nvSpPr>
        <p:spPr>
          <a:xfrm>
            <a:off x="8092440" y="1783080"/>
            <a:ext cx="3657600" cy="1417320"/>
          </a:xfrm>
          <a:prstGeom prst="rect">
            <a:avLst/>
          </a:prstGeom>
          <a:solidFill>
            <a:srgbClr val="F7F3EE"/>
          </a:solidFill>
          <a:ln w="9525">
            <a:solidFill>
              <a:srgbClr val="E5E7EB"/>
            </a:solidFill>
            <a:prstDash val="solid"/>
          </a:ln>
        </p:spPr>
      </p:sp>
      <p:sp>
        <p:nvSpPr>
          <p:cNvPr id="15" name="Shape 11"/>
          <p:cNvSpPr/>
          <p:nvPr/>
        </p:nvSpPr>
        <p:spPr>
          <a:xfrm>
            <a:off x="8321040" y="2011680"/>
            <a:ext cx="640080" cy="640080"/>
          </a:xfrm>
          <a:prstGeom prst="ellipse">
            <a:avLst/>
          </a:prstGeom>
          <a:solidFill>
            <a:srgbClr val="0B2545"/>
          </a:solidFill>
          <a:ln w="12700">
            <a:solidFill>
              <a:srgbClr val="0B2545"/>
            </a:solidFill>
            <a:prstDash val="solid"/>
          </a:ln>
        </p:spPr>
      </p:sp>
      <p:pic>
        <p:nvPicPr>
          <p:cNvPr id="16" name="Image 2" descr="preencoded.png"/>
          <p:cNvPicPr>
            <a:picLocks noChangeAspect="1"/>
          </p:cNvPicPr>
          <p:nvPr/>
        </p:nvPicPr>
        <p:blipFill>
          <a:blip r:embed="rId5"/>
          <a:stretch>
            <a:fillRect/>
          </a:stretch>
        </p:blipFill>
        <p:spPr>
          <a:xfrm>
            <a:off x="8458200" y="2148840"/>
            <a:ext cx="365760" cy="365760"/>
          </a:xfrm>
          <a:prstGeom prst="rect">
            <a:avLst/>
          </a:prstGeom>
        </p:spPr>
      </p:pic>
      <p:sp>
        <p:nvSpPr>
          <p:cNvPr id="17" name="Text 12"/>
          <p:cNvSpPr/>
          <p:nvPr/>
        </p:nvSpPr>
        <p:spPr>
          <a:xfrm>
            <a:off x="9098280" y="1984248"/>
            <a:ext cx="2468880" cy="411480"/>
          </a:xfrm>
          <a:prstGeom prst="rect">
            <a:avLst/>
          </a:prstGeom>
          <a:noFill/>
          <a:ln/>
        </p:spPr>
        <p:txBody>
          <a:bodyPr wrap="square" lIns="0" tIns="0" rIns="0" bIns="0" rtlCol="0" anchor="ctr"/>
          <a:lstStyle/>
          <a:p>
            <a:pPr marL="0" indent="0">
              <a:buNone/>
            </a:pPr>
            <a:r>
              <a:rPr lang="en-US" sz="1400" b="1">
                <a:solidFill>
                  <a:srgbClr val="0B2545"/>
                </a:solidFill>
                <a:latin typeface="Georgia" pitchFamily="34" charset="0"/>
                <a:ea typeface="Georgia" pitchFamily="34" charset="-122"/>
                <a:cs typeface="Georgia" pitchFamily="34" charset="-120"/>
              </a:rPr>
              <a:t>Persistent price summary</a:t>
            </a:r>
            <a:endParaRPr lang="en-US" sz="1400"/>
          </a:p>
        </p:txBody>
      </p:sp>
      <p:sp>
        <p:nvSpPr>
          <p:cNvPr id="18" name="Text 13"/>
          <p:cNvSpPr/>
          <p:nvPr/>
        </p:nvSpPr>
        <p:spPr>
          <a:xfrm>
            <a:off x="9098280" y="2404872"/>
            <a:ext cx="2468880" cy="731520"/>
          </a:xfrm>
          <a:prstGeom prst="rect">
            <a:avLst/>
          </a:prstGeom>
          <a:noFill/>
          <a:ln/>
        </p:spPr>
        <p:txBody>
          <a:bodyPr wrap="square" lIns="0" tIns="0" rIns="0" bIns="0" rtlCol="0" anchor="ctr"/>
          <a:lstStyle/>
          <a:p>
            <a:pPr marL="0" indent="0">
              <a:buNone/>
            </a:pPr>
            <a:r>
              <a:rPr lang="en-US" sz="1100">
                <a:solidFill>
                  <a:srgbClr val="1A1A1A"/>
                </a:solidFill>
                <a:latin typeface="Calibri" pitchFamily="34" charset="0"/>
                <a:ea typeface="Calibri" pitchFamily="34" charset="-122"/>
                <a:cs typeface="Calibri" pitchFamily="34" charset="-120"/>
              </a:rPr>
              <a:t>A summary panel stays on-screen throughout the flow to reinforce transparency.</a:t>
            </a:r>
            <a:endParaRPr lang="en-US" sz="1100"/>
          </a:p>
        </p:txBody>
      </p:sp>
      <p:sp>
        <p:nvSpPr>
          <p:cNvPr id="19" name="Shape 14"/>
          <p:cNvSpPr/>
          <p:nvPr/>
        </p:nvSpPr>
        <p:spPr>
          <a:xfrm>
            <a:off x="411480" y="3383280"/>
            <a:ext cx="3657600" cy="1417320"/>
          </a:xfrm>
          <a:prstGeom prst="rect">
            <a:avLst/>
          </a:prstGeom>
          <a:solidFill>
            <a:srgbClr val="F7F3EE"/>
          </a:solidFill>
          <a:ln w="9525">
            <a:solidFill>
              <a:srgbClr val="E5E7EB"/>
            </a:solidFill>
            <a:prstDash val="solid"/>
          </a:ln>
        </p:spPr>
      </p:sp>
      <p:sp>
        <p:nvSpPr>
          <p:cNvPr id="20" name="Shape 15"/>
          <p:cNvSpPr/>
          <p:nvPr/>
        </p:nvSpPr>
        <p:spPr>
          <a:xfrm>
            <a:off x="640080" y="3611880"/>
            <a:ext cx="640080" cy="640080"/>
          </a:xfrm>
          <a:prstGeom prst="ellipse">
            <a:avLst/>
          </a:prstGeom>
          <a:solidFill>
            <a:srgbClr val="0B2545"/>
          </a:solidFill>
          <a:ln w="12700">
            <a:solidFill>
              <a:srgbClr val="0B2545"/>
            </a:solidFill>
            <a:prstDash val="solid"/>
          </a:ln>
        </p:spPr>
      </p:sp>
      <p:pic>
        <p:nvPicPr>
          <p:cNvPr id="21" name="Image 3" descr="preencoded.png"/>
          <p:cNvPicPr>
            <a:picLocks noChangeAspect="1"/>
          </p:cNvPicPr>
          <p:nvPr/>
        </p:nvPicPr>
        <p:blipFill>
          <a:blip r:embed="rId6"/>
          <a:stretch>
            <a:fillRect/>
          </a:stretch>
        </p:blipFill>
        <p:spPr>
          <a:xfrm>
            <a:off x="777240" y="3749040"/>
            <a:ext cx="365760" cy="365760"/>
          </a:xfrm>
          <a:prstGeom prst="rect">
            <a:avLst/>
          </a:prstGeom>
        </p:spPr>
      </p:pic>
      <p:sp>
        <p:nvSpPr>
          <p:cNvPr id="22" name="Text 16"/>
          <p:cNvSpPr/>
          <p:nvPr/>
        </p:nvSpPr>
        <p:spPr>
          <a:xfrm>
            <a:off x="1417320" y="3584448"/>
            <a:ext cx="2468880" cy="411480"/>
          </a:xfrm>
          <a:prstGeom prst="rect">
            <a:avLst/>
          </a:prstGeom>
          <a:noFill/>
          <a:ln/>
        </p:spPr>
        <p:txBody>
          <a:bodyPr wrap="square" lIns="0" tIns="0" rIns="0" bIns="0" rtlCol="0" anchor="ctr"/>
          <a:lstStyle/>
          <a:p>
            <a:pPr marL="0" indent="0">
              <a:buNone/>
            </a:pPr>
            <a:r>
              <a:rPr lang="en-US" sz="1400" b="1">
                <a:solidFill>
                  <a:srgbClr val="0B2545"/>
                </a:solidFill>
                <a:latin typeface="Georgia" pitchFamily="34" charset="0"/>
                <a:ea typeface="Georgia" pitchFamily="34" charset="-122"/>
                <a:cs typeface="Georgia" pitchFamily="34" charset="-120"/>
              </a:rPr>
              <a:t>Progressive disclosure</a:t>
            </a:r>
            <a:endParaRPr lang="en-US" sz="1400"/>
          </a:p>
        </p:txBody>
      </p:sp>
      <p:sp>
        <p:nvSpPr>
          <p:cNvPr id="23" name="Text 17"/>
          <p:cNvSpPr/>
          <p:nvPr/>
        </p:nvSpPr>
        <p:spPr>
          <a:xfrm>
            <a:off x="1417320" y="4005072"/>
            <a:ext cx="2468880" cy="731520"/>
          </a:xfrm>
          <a:prstGeom prst="rect">
            <a:avLst/>
          </a:prstGeom>
          <a:noFill/>
          <a:ln/>
        </p:spPr>
        <p:txBody>
          <a:bodyPr wrap="square" lIns="0" tIns="0" rIns="0" bIns="0" rtlCol="0" anchor="ctr"/>
          <a:lstStyle/>
          <a:p>
            <a:pPr marL="0" indent="0">
              <a:buNone/>
            </a:pPr>
            <a:r>
              <a:rPr lang="en-US" sz="1100">
                <a:solidFill>
                  <a:srgbClr val="1A1A1A"/>
                </a:solidFill>
                <a:latin typeface="Calibri" pitchFamily="34" charset="0"/>
                <a:ea typeface="Calibri" pitchFamily="34" charset="-122"/>
                <a:cs typeface="Calibri" pitchFamily="34" charset="-120"/>
              </a:rPr>
              <a:t>Fare details and optional services expand only when a user asks for them.</a:t>
            </a:r>
            <a:endParaRPr lang="en-US" sz="1100"/>
          </a:p>
        </p:txBody>
      </p:sp>
      <p:sp>
        <p:nvSpPr>
          <p:cNvPr id="24" name="Shape 18"/>
          <p:cNvSpPr/>
          <p:nvPr/>
        </p:nvSpPr>
        <p:spPr>
          <a:xfrm>
            <a:off x="4251960" y="3383280"/>
            <a:ext cx="3657600" cy="1417320"/>
          </a:xfrm>
          <a:prstGeom prst="rect">
            <a:avLst/>
          </a:prstGeom>
          <a:solidFill>
            <a:srgbClr val="F7F3EE"/>
          </a:solidFill>
          <a:ln w="9525">
            <a:solidFill>
              <a:srgbClr val="E5E7EB"/>
            </a:solidFill>
            <a:prstDash val="solid"/>
          </a:ln>
        </p:spPr>
      </p:sp>
      <p:sp>
        <p:nvSpPr>
          <p:cNvPr id="25" name="Shape 19"/>
          <p:cNvSpPr/>
          <p:nvPr/>
        </p:nvSpPr>
        <p:spPr>
          <a:xfrm>
            <a:off x="4480560" y="3611880"/>
            <a:ext cx="640080" cy="640080"/>
          </a:xfrm>
          <a:prstGeom prst="ellipse">
            <a:avLst/>
          </a:prstGeom>
          <a:solidFill>
            <a:srgbClr val="0B2545"/>
          </a:solidFill>
          <a:ln w="12700">
            <a:solidFill>
              <a:srgbClr val="0B2545"/>
            </a:solidFill>
            <a:prstDash val="solid"/>
          </a:ln>
        </p:spPr>
      </p:sp>
      <p:pic>
        <p:nvPicPr>
          <p:cNvPr id="26" name="Image 4" descr="preencoded.png"/>
          <p:cNvPicPr>
            <a:picLocks noChangeAspect="1"/>
          </p:cNvPicPr>
          <p:nvPr/>
        </p:nvPicPr>
        <p:blipFill>
          <a:blip r:embed="rId7"/>
          <a:stretch>
            <a:fillRect/>
          </a:stretch>
        </p:blipFill>
        <p:spPr>
          <a:xfrm>
            <a:off x="4617720" y="3749040"/>
            <a:ext cx="365760" cy="365760"/>
          </a:xfrm>
          <a:prstGeom prst="rect">
            <a:avLst/>
          </a:prstGeom>
        </p:spPr>
      </p:pic>
      <p:sp>
        <p:nvSpPr>
          <p:cNvPr id="27" name="Text 20"/>
          <p:cNvSpPr/>
          <p:nvPr/>
        </p:nvSpPr>
        <p:spPr>
          <a:xfrm>
            <a:off x="5257800" y="3584448"/>
            <a:ext cx="2468880" cy="411480"/>
          </a:xfrm>
          <a:prstGeom prst="rect">
            <a:avLst/>
          </a:prstGeom>
          <a:noFill/>
          <a:ln/>
        </p:spPr>
        <p:txBody>
          <a:bodyPr wrap="square" lIns="0" tIns="0" rIns="0" bIns="0" rtlCol="0" anchor="ctr"/>
          <a:lstStyle/>
          <a:p>
            <a:pPr marL="0" indent="0">
              <a:buNone/>
            </a:pPr>
            <a:r>
              <a:rPr lang="en-US" sz="1400" b="1">
                <a:solidFill>
                  <a:srgbClr val="0B2545"/>
                </a:solidFill>
                <a:latin typeface="Georgia" pitchFamily="34" charset="0"/>
                <a:ea typeface="Georgia" pitchFamily="34" charset="-122"/>
                <a:cs typeface="Georgia" pitchFamily="34" charset="-120"/>
              </a:rPr>
              <a:t>Real airplane seat layout</a:t>
            </a:r>
            <a:endParaRPr lang="en-US" sz="1400"/>
          </a:p>
        </p:txBody>
      </p:sp>
      <p:sp>
        <p:nvSpPr>
          <p:cNvPr id="28" name="Text 21"/>
          <p:cNvSpPr/>
          <p:nvPr/>
        </p:nvSpPr>
        <p:spPr>
          <a:xfrm>
            <a:off x="5257800" y="4005072"/>
            <a:ext cx="2468880" cy="731520"/>
          </a:xfrm>
          <a:prstGeom prst="rect">
            <a:avLst/>
          </a:prstGeom>
          <a:noFill/>
          <a:ln/>
        </p:spPr>
        <p:txBody>
          <a:bodyPr wrap="square" lIns="0" tIns="0" rIns="0" bIns="0" rtlCol="0" anchor="ctr"/>
          <a:lstStyle/>
          <a:p>
            <a:pPr marL="0" indent="0">
              <a:buNone/>
            </a:pPr>
            <a:r>
              <a:rPr lang="en-US" sz="1100">
                <a:solidFill>
                  <a:srgbClr val="1A1A1A"/>
                </a:solidFill>
                <a:latin typeface="Calibri" pitchFamily="34" charset="0"/>
                <a:ea typeface="Calibri" pitchFamily="34" charset="-122"/>
                <a:cs typeface="Calibri" pitchFamily="34" charset="-120"/>
              </a:rPr>
              <a:t>Seat map reflects actual plane geometry, with a legend for availability and type.</a:t>
            </a:r>
            <a:endParaRPr lang="en-US" sz="1100"/>
          </a:p>
        </p:txBody>
      </p:sp>
      <p:sp>
        <p:nvSpPr>
          <p:cNvPr id="29" name="Shape 22"/>
          <p:cNvSpPr/>
          <p:nvPr/>
        </p:nvSpPr>
        <p:spPr>
          <a:xfrm>
            <a:off x="8092440" y="3383280"/>
            <a:ext cx="3657600" cy="1417320"/>
          </a:xfrm>
          <a:prstGeom prst="rect">
            <a:avLst/>
          </a:prstGeom>
          <a:solidFill>
            <a:srgbClr val="F7F3EE"/>
          </a:solidFill>
          <a:ln w="9525">
            <a:solidFill>
              <a:srgbClr val="E5E7EB"/>
            </a:solidFill>
            <a:prstDash val="solid"/>
          </a:ln>
        </p:spPr>
      </p:sp>
      <p:sp>
        <p:nvSpPr>
          <p:cNvPr id="30" name="Shape 23"/>
          <p:cNvSpPr/>
          <p:nvPr/>
        </p:nvSpPr>
        <p:spPr>
          <a:xfrm>
            <a:off x="8321040" y="3611880"/>
            <a:ext cx="640080" cy="640080"/>
          </a:xfrm>
          <a:prstGeom prst="ellipse">
            <a:avLst/>
          </a:prstGeom>
          <a:solidFill>
            <a:srgbClr val="0B2545"/>
          </a:solidFill>
          <a:ln w="12700">
            <a:solidFill>
              <a:srgbClr val="0B2545"/>
            </a:solidFill>
            <a:prstDash val="solid"/>
          </a:ln>
        </p:spPr>
      </p:sp>
      <p:pic>
        <p:nvPicPr>
          <p:cNvPr id="31" name="Image 5" descr="preencoded.png"/>
          <p:cNvPicPr>
            <a:picLocks noChangeAspect="1"/>
          </p:cNvPicPr>
          <p:nvPr/>
        </p:nvPicPr>
        <p:blipFill>
          <a:blip r:embed="rId8"/>
          <a:stretch>
            <a:fillRect/>
          </a:stretch>
        </p:blipFill>
        <p:spPr>
          <a:xfrm>
            <a:off x="8458200" y="3749040"/>
            <a:ext cx="365760" cy="365760"/>
          </a:xfrm>
          <a:prstGeom prst="rect">
            <a:avLst/>
          </a:prstGeom>
        </p:spPr>
      </p:pic>
      <p:sp>
        <p:nvSpPr>
          <p:cNvPr id="32" name="Text 24"/>
          <p:cNvSpPr/>
          <p:nvPr/>
        </p:nvSpPr>
        <p:spPr>
          <a:xfrm>
            <a:off x="9098280" y="3584448"/>
            <a:ext cx="2468880" cy="411480"/>
          </a:xfrm>
          <a:prstGeom prst="rect">
            <a:avLst/>
          </a:prstGeom>
          <a:noFill/>
          <a:ln/>
        </p:spPr>
        <p:txBody>
          <a:bodyPr wrap="square" lIns="0" tIns="0" rIns="0" bIns="0" rtlCol="0" anchor="ctr"/>
          <a:lstStyle/>
          <a:p>
            <a:pPr marL="0" indent="0">
              <a:buNone/>
            </a:pPr>
            <a:r>
              <a:rPr lang="en-US" sz="1400" b="1">
                <a:solidFill>
                  <a:srgbClr val="0B2545"/>
                </a:solidFill>
                <a:latin typeface="Georgia" pitchFamily="34" charset="0"/>
                <a:ea typeface="Georgia" pitchFamily="34" charset="-122"/>
                <a:cs typeface="Georgia" pitchFamily="34" charset="-120"/>
              </a:rPr>
              <a:t>Minimal promotional content</a:t>
            </a:r>
            <a:endParaRPr lang="en-US" sz="1400"/>
          </a:p>
        </p:txBody>
      </p:sp>
      <p:sp>
        <p:nvSpPr>
          <p:cNvPr id="33" name="Text 25"/>
          <p:cNvSpPr/>
          <p:nvPr/>
        </p:nvSpPr>
        <p:spPr>
          <a:xfrm>
            <a:off x="9098280" y="4005072"/>
            <a:ext cx="2468880" cy="731520"/>
          </a:xfrm>
          <a:prstGeom prst="rect">
            <a:avLst/>
          </a:prstGeom>
          <a:noFill/>
          <a:ln/>
        </p:spPr>
        <p:txBody>
          <a:bodyPr wrap="square" lIns="0" tIns="0" rIns="0" bIns="0" rtlCol="0" anchor="ctr"/>
          <a:lstStyle/>
          <a:p>
            <a:pPr marL="0" indent="0">
              <a:buNone/>
            </a:pPr>
            <a:r>
              <a:rPr lang="en-US" sz="1100">
                <a:solidFill>
                  <a:srgbClr val="1A1A1A"/>
                </a:solidFill>
                <a:latin typeface="Calibri" pitchFamily="34" charset="0"/>
                <a:ea typeface="Calibri" pitchFamily="34" charset="-122"/>
                <a:cs typeface="Calibri" pitchFamily="34" charset="-120"/>
              </a:rPr>
              <a:t>Reduced upsell banners to lower cognitive load and keep focus on the task.</a:t>
            </a:r>
            <a:endParaRPr lang="en-US" sz="1100"/>
          </a:p>
        </p:txBody>
      </p:sp>
      <p:sp>
        <p:nvSpPr>
          <p:cNvPr id="34" name="Shape 26"/>
          <p:cNvSpPr/>
          <p:nvPr/>
        </p:nvSpPr>
        <p:spPr>
          <a:xfrm>
            <a:off x="0" y="6537960"/>
            <a:ext cx="12161520" cy="320040"/>
          </a:xfrm>
          <a:prstGeom prst="rect">
            <a:avLst/>
          </a:prstGeom>
          <a:solidFill>
            <a:srgbClr val="0B2545"/>
          </a:solidFill>
          <a:ln w="12700">
            <a:solidFill>
              <a:srgbClr val="0B2545"/>
            </a:solidFill>
            <a:prstDash val="solid"/>
          </a:ln>
        </p:spPr>
      </p:sp>
      <p:sp>
        <p:nvSpPr>
          <p:cNvPr id="35" name="Text 27"/>
          <p:cNvSpPr/>
          <p:nvPr/>
        </p:nvSpPr>
        <p:spPr>
          <a:xfrm>
            <a:off x="457200" y="6547104"/>
            <a:ext cx="7315200" cy="301752"/>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Group 6  •  COSC 3P94  •  Airline Website</a:t>
            </a:r>
            <a:endParaRPr lang="en-US" sz="1000"/>
          </a:p>
        </p:txBody>
      </p:sp>
      <p:sp>
        <p:nvSpPr>
          <p:cNvPr id="36" name="Text 28"/>
          <p:cNvSpPr/>
          <p:nvPr/>
        </p:nvSpPr>
        <p:spPr>
          <a:xfrm>
            <a:off x="10789920" y="6547104"/>
            <a:ext cx="914400" cy="301752"/>
          </a:xfrm>
          <a:prstGeom prst="rect">
            <a:avLst/>
          </a:prstGeom>
          <a:noFill/>
          <a:ln/>
        </p:spPr>
        <p:txBody>
          <a:bodyPr wrap="square" lIns="0" tIns="0" rIns="0" bIns="0" rtlCol="0" anchor="ctr"/>
          <a:lstStyle/>
          <a:p>
            <a:pPr marL="0" indent="0" algn="r">
              <a:buNone/>
            </a:pPr>
            <a:r>
              <a:rPr lang="en-US" sz="1000">
                <a:solidFill>
                  <a:srgbClr val="FFFFFF"/>
                </a:solidFill>
                <a:latin typeface="Calibri" pitchFamily="34" charset="0"/>
                <a:ea typeface="Calibri" pitchFamily="34" charset="-122"/>
                <a:cs typeface="Calibri" pitchFamily="34" charset="-120"/>
              </a:rPr>
              <a:t>8 / 13</a:t>
            </a:r>
            <a:endParaRPr lang="en-US" sz="10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5" name="Text 2"/>
          <p:cNvSpPr/>
          <p:nvPr/>
        </p:nvSpPr>
        <p:spPr>
          <a:xfrm>
            <a:off x="609601" y="648494"/>
            <a:ext cx="5421375" cy="395089"/>
          </a:xfrm>
          <a:prstGeom prst="rect">
            <a:avLst/>
          </a:prstGeom>
          <a:noFill/>
          <a:ln/>
        </p:spPr>
        <p:txBody>
          <a:bodyPr wrap="non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lnSpc>
                <a:spcPts val="3113"/>
              </a:lnSpc>
              <a:spcBef>
                <a:spcPts val="600"/>
              </a:spcBef>
              <a:buNone/>
            </a:pPr>
            <a:r>
              <a:rPr lang="en-US" sz="2700" b="1" kern="0" spc="-40">
                <a:solidFill>
                  <a:schemeClr val="accent2"/>
                </a:solidFill>
                <a:latin typeface="Calibri"/>
                <a:ea typeface="Calibri"/>
                <a:cs typeface="Calibri"/>
              </a:rPr>
              <a:t>Design System &amp; Visual Identity</a:t>
            </a:r>
            <a:endParaRPr lang="en-US" sz="2700">
              <a:solidFill>
                <a:schemeClr val="accent2"/>
              </a:solidFill>
              <a:latin typeface="Calibri"/>
              <a:ea typeface="Calibri"/>
              <a:cs typeface="Calibri"/>
            </a:endParaRPr>
          </a:p>
        </p:txBody>
      </p:sp>
      <p:sp>
        <p:nvSpPr>
          <p:cNvPr id="9" name="Text 5"/>
          <p:cNvSpPr/>
          <p:nvPr/>
        </p:nvSpPr>
        <p:spPr>
          <a:xfrm>
            <a:off x="609600" y="1234876"/>
            <a:ext cx="4953000" cy="3913584"/>
          </a:xfrm>
          <a:prstGeom prst="roundRect">
            <a:avLst>
              <a:gd name="adj" fmla="val 2423"/>
            </a:avLst>
          </a:prstGeom>
          <a:solidFill>
            <a:srgbClr val="0A1628"/>
          </a:solidFill>
          <a:ln w="9525">
            <a:solidFill>
              <a:srgbClr val="D0D8E4"/>
            </a:solidFill>
          </a:ln>
          <a:effectLst>
            <a:outerShdw blurRad="171450" dist="29210" dir="5400000" algn="bl" rotWithShape="0">
              <a:srgbClr val="0A1628">
                <a:alpha val="15000"/>
              </a:srgbClr>
            </a:outerShdw>
          </a:effectLst>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pic>
        <p:nvPicPr>
          <p:cNvPr id="10" name="Image 2" descr="preencoded.png"/>
          <p:cNvPicPr>
            <a:picLocks noChangeAspect="1"/>
          </p:cNvPicPr>
          <p:nvPr/>
        </p:nvPicPr>
        <p:blipFill>
          <a:blip r:embed="rId3"/>
          <a:srcRect l="19246" r="19246"/>
          <a:stretch/>
        </p:blipFill>
        <p:spPr>
          <a:xfrm>
            <a:off x="622300" y="1247576"/>
            <a:ext cx="4927600" cy="3888184"/>
          </a:xfrm>
          <a:prstGeom prst="roundRect">
            <a:avLst>
              <a:gd name="adj" fmla="val 2439"/>
            </a:avLst>
          </a:prstGeom>
        </p:spPr>
      </p:pic>
      <p:sp>
        <p:nvSpPr>
          <p:cNvPr id="11" name="Text 6"/>
          <p:cNvSpPr/>
          <p:nvPr/>
        </p:nvSpPr>
        <p:spPr>
          <a:xfrm>
            <a:off x="609601" y="5282209"/>
            <a:ext cx="1587897" cy="1095375"/>
          </a:xfrm>
          <a:prstGeom prst="roundRect">
            <a:avLst>
              <a:gd name="adj" fmla="val 8657"/>
            </a:avLst>
          </a:prstGeom>
          <a:solidFill>
            <a:srgbClr val="0A1628"/>
          </a:solid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sp>
        <p:nvSpPr>
          <p:cNvPr id="12" name="Text 7"/>
          <p:cNvSpPr/>
          <p:nvPr/>
        </p:nvSpPr>
        <p:spPr>
          <a:xfrm>
            <a:off x="1231702" y="5434608"/>
            <a:ext cx="343693" cy="343693"/>
          </a:xfrm>
          <a:prstGeom prst="ellipse">
            <a:avLst/>
          </a:prstGeom>
          <a:solidFill>
            <a:srgbClr val="0057B8">
              <a:alpha val="25000"/>
            </a:srgbClr>
          </a:solidFill>
          <a:ln/>
        </p:spPr>
        <p:txBody>
          <a:bodyPr wrap="non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pic>
        <p:nvPicPr>
          <p:cNvPr id="13"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5156" y="5518063"/>
            <a:ext cx="176784" cy="176784"/>
          </a:xfrm>
          <a:prstGeom prst="rect">
            <a:avLst/>
          </a:prstGeom>
        </p:spPr>
      </p:pic>
      <p:sp>
        <p:nvSpPr>
          <p:cNvPr id="14" name="Text 8"/>
          <p:cNvSpPr/>
          <p:nvPr/>
        </p:nvSpPr>
        <p:spPr>
          <a:xfrm>
            <a:off x="677327" y="5854502"/>
            <a:ext cx="1452444" cy="185340"/>
          </a:xfrm>
          <a:prstGeom prst="rect">
            <a:avLst/>
          </a:prstGeom>
          <a:noFill/>
          <a:ln/>
        </p:spPr>
        <p:txBody>
          <a:bodyPr wrap="non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lnSpc>
                <a:spcPts val="1460"/>
              </a:lnSpc>
              <a:buNone/>
            </a:pPr>
            <a:r>
              <a:rPr lang="en-US" sz="973" b="1" kern="0" spc="13">
                <a:solidFill>
                  <a:srgbClr val="FFFFFF"/>
                </a:solidFill>
                <a:latin typeface="Calibri" pitchFamily="34" charset="0"/>
                <a:ea typeface="Calibri" pitchFamily="34" charset="-122"/>
                <a:cs typeface="Calibri" pitchFamily="34" charset="-120"/>
              </a:rPr>
              <a:t>Transparent Pricing</a:t>
            </a:r>
            <a:endParaRPr lang="en-US" sz="973"/>
          </a:p>
        </p:txBody>
      </p:sp>
      <p:sp>
        <p:nvSpPr>
          <p:cNvPr id="15" name="Text 9"/>
          <p:cNvSpPr/>
          <p:nvPr/>
        </p:nvSpPr>
        <p:spPr>
          <a:xfrm>
            <a:off x="2292153" y="5282209"/>
            <a:ext cx="1587897" cy="1095375"/>
          </a:xfrm>
          <a:prstGeom prst="roundRect">
            <a:avLst>
              <a:gd name="adj" fmla="val 8657"/>
            </a:avLst>
          </a:prstGeom>
          <a:solidFill>
            <a:srgbClr val="0A1628"/>
          </a:solid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sp>
        <p:nvSpPr>
          <p:cNvPr id="16" name="Text 10"/>
          <p:cNvSpPr/>
          <p:nvPr/>
        </p:nvSpPr>
        <p:spPr>
          <a:xfrm>
            <a:off x="2914254" y="5434608"/>
            <a:ext cx="343693" cy="343693"/>
          </a:xfrm>
          <a:prstGeom prst="ellipse">
            <a:avLst/>
          </a:prstGeom>
          <a:solidFill>
            <a:srgbClr val="0057B8">
              <a:alpha val="25000"/>
            </a:srgbClr>
          </a:solidFill>
          <a:ln/>
        </p:spPr>
        <p:txBody>
          <a:bodyPr wrap="non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pic>
        <p:nvPicPr>
          <p:cNvPr id="17"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97708" y="5518063"/>
            <a:ext cx="176784" cy="176784"/>
          </a:xfrm>
          <a:prstGeom prst="rect">
            <a:avLst/>
          </a:prstGeom>
        </p:spPr>
      </p:pic>
      <p:sp>
        <p:nvSpPr>
          <p:cNvPr id="18" name="Text 11"/>
          <p:cNvSpPr/>
          <p:nvPr/>
        </p:nvSpPr>
        <p:spPr>
          <a:xfrm>
            <a:off x="2412695" y="5854502"/>
            <a:ext cx="1346811" cy="389215"/>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lnSpc>
                <a:spcPts val="1460"/>
              </a:lnSpc>
              <a:buNone/>
            </a:pPr>
            <a:r>
              <a:rPr lang="en-US" sz="973" b="1" kern="0" spc="13">
                <a:solidFill>
                  <a:srgbClr val="FFFFFF"/>
                </a:solidFill>
                <a:latin typeface="Calibri" pitchFamily="34" charset="0"/>
                <a:ea typeface="Calibri" pitchFamily="34" charset="-122"/>
                <a:cs typeface="Calibri" pitchFamily="34" charset="-120"/>
              </a:rPr>
              <a:t>Fast &amp; Simple Booking</a:t>
            </a:r>
            <a:endParaRPr lang="en-US" sz="973"/>
          </a:p>
        </p:txBody>
      </p:sp>
      <p:sp>
        <p:nvSpPr>
          <p:cNvPr id="19" name="Text 12"/>
          <p:cNvSpPr/>
          <p:nvPr/>
        </p:nvSpPr>
        <p:spPr>
          <a:xfrm>
            <a:off x="3974704" y="5282209"/>
            <a:ext cx="1587897" cy="1095375"/>
          </a:xfrm>
          <a:prstGeom prst="roundRect">
            <a:avLst>
              <a:gd name="adj" fmla="val 8657"/>
            </a:avLst>
          </a:prstGeom>
          <a:solidFill>
            <a:srgbClr val="0A1628"/>
          </a:solid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sp>
        <p:nvSpPr>
          <p:cNvPr id="20" name="Text 13"/>
          <p:cNvSpPr/>
          <p:nvPr/>
        </p:nvSpPr>
        <p:spPr>
          <a:xfrm>
            <a:off x="4596806" y="5434608"/>
            <a:ext cx="343693" cy="343693"/>
          </a:xfrm>
          <a:prstGeom prst="ellipse">
            <a:avLst/>
          </a:prstGeom>
          <a:solidFill>
            <a:srgbClr val="0057B8">
              <a:alpha val="25000"/>
            </a:srgbClr>
          </a:solidFill>
          <a:ln/>
        </p:spPr>
        <p:txBody>
          <a:bodyPr wrap="non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pic>
        <p:nvPicPr>
          <p:cNvPr id="21"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80260" y="5518063"/>
            <a:ext cx="176784" cy="176784"/>
          </a:xfrm>
          <a:prstGeom prst="rect">
            <a:avLst/>
          </a:prstGeom>
        </p:spPr>
      </p:pic>
      <p:sp>
        <p:nvSpPr>
          <p:cNvPr id="22" name="Text 14"/>
          <p:cNvSpPr/>
          <p:nvPr/>
        </p:nvSpPr>
        <p:spPr>
          <a:xfrm>
            <a:off x="4042430" y="5854502"/>
            <a:ext cx="1452444" cy="185340"/>
          </a:xfrm>
          <a:prstGeom prst="rect">
            <a:avLst/>
          </a:prstGeom>
          <a:noFill/>
          <a:ln/>
        </p:spPr>
        <p:txBody>
          <a:bodyPr wrap="non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lnSpc>
                <a:spcPts val="1460"/>
              </a:lnSpc>
              <a:buNone/>
            </a:pPr>
            <a:r>
              <a:rPr lang="en-US" sz="973" b="1" kern="0" spc="13">
                <a:solidFill>
                  <a:srgbClr val="FFFFFF"/>
                </a:solidFill>
                <a:latin typeface="Calibri" pitchFamily="34" charset="0"/>
                <a:ea typeface="Calibri" pitchFamily="34" charset="-122"/>
                <a:cs typeface="Calibri" pitchFamily="34" charset="-120"/>
              </a:rPr>
              <a:t>Flexible &amp; Secure</a:t>
            </a:r>
            <a:endParaRPr lang="en-US" sz="973"/>
          </a:p>
        </p:txBody>
      </p:sp>
      <p:sp>
        <p:nvSpPr>
          <p:cNvPr id="23" name="Text 15"/>
          <p:cNvSpPr/>
          <p:nvPr/>
        </p:nvSpPr>
        <p:spPr>
          <a:xfrm>
            <a:off x="5867401" y="1234877"/>
            <a:ext cx="6286500" cy="256580"/>
          </a:xfrm>
          <a:prstGeom prst="rect">
            <a:avLst/>
          </a:prstGeom>
          <a:noFill/>
          <a:ln/>
        </p:spPr>
        <p:txBody>
          <a:bodyPr wrap="non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lnSpc>
                <a:spcPts val="2020"/>
              </a:lnSpc>
              <a:buNone/>
            </a:pPr>
            <a:r>
              <a:rPr lang="en-US" sz="1347" b="1">
                <a:solidFill>
                  <a:srgbClr val="1A1A2E"/>
                </a:solidFill>
                <a:latin typeface="Calibri" pitchFamily="34" charset="0"/>
                <a:ea typeface="Calibri" pitchFamily="34" charset="-122"/>
                <a:cs typeface="Calibri" pitchFamily="34" charset="-120"/>
              </a:rPr>
              <a:t>Key Design Decisions</a:t>
            </a:r>
            <a:endParaRPr lang="en-US" sz="1347"/>
          </a:p>
        </p:txBody>
      </p:sp>
      <p:sp>
        <p:nvSpPr>
          <p:cNvPr id="24" name="Text 16"/>
          <p:cNvSpPr/>
          <p:nvPr/>
        </p:nvSpPr>
        <p:spPr>
          <a:xfrm>
            <a:off x="5867400" y="1643857"/>
            <a:ext cx="5715000" cy="528439"/>
          </a:xfrm>
          <a:prstGeom prst="roundRect">
            <a:avLst>
              <a:gd name="adj" fmla="val 14420"/>
            </a:avLst>
          </a:prstGeom>
          <a:solidFill>
            <a:srgbClr val="FFFFFF"/>
          </a:solidFill>
          <a:ln w="9525">
            <a:solidFill>
              <a:srgbClr val="D0D8E4"/>
            </a:solid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sp>
        <p:nvSpPr>
          <p:cNvPr id="25" name="Text 17"/>
          <p:cNvSpPr/>
          <p:nvPr/>
        </p:nvSpPr>
        <p:spPr>
          <a:xfrm>
            <a:off x="6013847" y="1774230"/>
            <a:ext cx="267493" cy="267493"/>
          </a:xfrm>
          <a:prstGeom prst="roundRect">
            <a:avLst>
              <a:gd name="adj" fmla="val 21523"/>
            </a:avLst>
          </a:prstGeom>
          <a:solidFill>
            <a:srgbClr val="0A1628"/>
          </a:solidFill>
          <a:ln/>
        </p:spPr>
        <p:txBody>
          <a:bodyPr wrap="non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pic>
        <p:nvPicPr>
          <p:cNvPr id="26"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59201" y="1819584"/>
            <a:ext cx="176784" cy="176784"/>
          </a:xfrm>
          <a:prstGeom prst="rect">
            <a:avLst/>
          </a:prstGeom>
        </p:spPr>
      </p:pic>
      <p:sp>
        <p:nvSpPr>
          <p:cNvPr id="27" name="Text 18"/>
          <p:cNvSpPr/>
          <p:nvPr/>
        </p:nvSpPr>
        <p:spPr>
          <a:xfrm>
            <a:off x="6357540" y="1751211"/>
            <a:ext cx="4114165" cy="160536"/>
          </a:xfrm>
          <a:prstGeom prst="rect">
            <a:avLst/>
          </a:prstGeom>
          <a:noFill/>
          <a:ln/>
        </p:spPr>
        <p:txBody>
          <a:bodyPr wrap="non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lnSpc>
                <a:spcPts val="1265"/>
              </a:lnSpc>
              <a:buNone/>
            </a:pPr>
            <a:r>
              <a:rPr lang="en-US" sz="973" b="1">
                <a:solidFill>
                  <a:srgbClr val="1A1A2E"/>
                </a:solidFill>
                <a:latin typeface="Calibri" pitchFamily="34" charset="0"/>
                <a:ea typeface="Calibri" pitchFamily="34" charset="-122"/>
                <a:cs typeface="Calibri" pitchFamily="34" charset="-120"/>
              </a:rPr>
              <a:t>Dark Navy Header</a:t>
            </a:r>
            <a:endParaRPr lang="en-US" sz="973"/>
          </a:p>
        </p:txBody>
      </p:sp>
      <p:sp>
        <p:nvSpPr>
          <p:cNvPr id="28" name="Text 19"/>
          <p:cNvSpPr/>
          <p:nvPr/>
        </p:nvSpPr>
        <p:spPr>
          <a:xfrm>
            <a:off x="6357540" y="1921868"/>
            <a:ext cx="4114165" cy="143073"/>
          </a:xfrm>
          <a:prstGeom prst="rect">
            <a:avLst/>
          </a:prstGeom>
          <a:noFill/>
          <a:ln/>
        </p:spPr>
        <p:txBody>
          <a:bodyPr wrap="non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lnSpc>
                <a:spcPts val="1127"/>
              </a:lnSpc>
              <a:buNone/>
            </a:pPr>
            <a:r>
              <a:rPr lang="en-US" sz="867">
                <a:solidFill>
                  <a:srgbClr val="5A6270"/>
                </a:solidFill>
                <a:latin typeface="Calibri" pitchFamily="34" charset="0"/>
                <a:ea typeface="Calibri" pitchFamily="34" charset="-122"/>
                <a:cs typeface="Calibri" pitchFamily="34" charset="-120"/>
              </a:rPr>
              <a:t>EasyRoute branding with Check-in, Manage, Support, Search, Region, Login</a:t>
            </a:r>
            <a:endParaRPr lang="en-US" sz="867"/>
          </a:p>
        </p:txBody>
      </p:sp>
      <p:sp>
        <p:nvSpPr>
          <p:cNvPr id="29" name="Text 20"/>
          <p:cNvSpPr/>
          <p:nvPr/>
        </p:nvSpPr>
        <p:spPr>
          <a:xfrm>
            <a:off x="5867400" y="2266951"/>
            <a:ext cx="5715000" cy="528439"/>
          </a:xfrm>
          <a:prstGeom prst="roundRect">
            <a:avLst>
              <a:gd name="adj" fmla="val 14420"/>
            </a:avLst>
          </a:prstGeom>
          <a:solidFill>
            <a:srgbClr val="FFFFFF"/>
          </a:solidFill>
          <a:ln w="9525">
            <a:solidFill>
              <a:srgbClr val="D0D8E4"/>
            </a:solid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sp>
        <p:nvSpPr>
          <p:cNvPr id="30" name="Text 21"/>
          <p:cNvSpPr/>
          <p:nvPr/>
        </p:nvSpPr>
        <p:spPr>
          <a:xfrm>
            <a:off x="6013847" y="2397324"/>
            <a:ext cx="267493" cy="267493"/>
          </a:xfrm>
          <a:prstGeom prst="roundRect">
            <a:avLst>
              <a:gd name="adj" fmla="val 21523"/>
            </a:avLst>
          </a:prstGeom>
          <a:solidFill>
            <a:srgbClr val="E8F0FE"/>
          </a:solidFill>
          <a:ln/>
        </p:spPr>
        <p:txBody>
          <a:bodyPr wrap="non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pic>
        <p:nvPicPr>
          <p:cNvPr id="31" name="Image 7"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59201" y="2442679"/>
            <a:ext cx="176784" cy="176784"/>
          </a:xfrm>
          <a:prstGeom prst="rect">
            <a:avLst/>
          </a:prstGeom>
        </p:spPr>
      </p:pic>
      <p:sp>
        <p:nvSpPr>
          <p:cNvPr id="32" name="Text 22"/>
          <p:cNvSpPr/>
          <p:nvPr/>
        </p:nvSpPr>
        <p:spPr>
          <a:xfrm>
            <a:off x="6357541" y="2374305"/>
            <a:ext cx="2474217" cy="160536"/>
          </a:xfrm>
          <a:prstGeom prst="rect">
            <a:avLst/>
          </a:prstGeom>
          <a:noFill/>
          <a:ln/>
        </p:spPr>
        <p:txBody>
          <a:bodyPr wrap="non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lnSpc>
                <a:spcPts val="1265"/>
              </a:lnSpc>
              <a:buNone/>
            </a:pPr>
            <a:r>
              <a:rPr lang="en-US" sz="973" b="1">
                <a:solidFill>
                  <a:srgbClr val="1A1A2E"/>
                </a:solidFill>
                <a:latin typeface="Calibri" pitchFamily="34" charset="0"/>
                <a:ea typeface="Calibri" pitchFamily="34" charset="-122"/>
                <a:cs typeface="Calibri" pitchFamily="34" charset="-120"/>
              </a:rPr>
              <a:t>Featured Destinations</a:t>
            </a:r>
            <a:endParaRPr lang="en-US" sz="973"/>
          </a:p>
        </p:txBody>
      </p:sp>
      <p:sp>
        <p:nvSpPr>
          <p:cNvPr id="33" name="Text 23"/>
          <p:cNvSpPr/>
          <p:nvPr/>
        </p:nvSpPr>
        <p:spPr>
          <a:xfrm>
            <a:off x="6357541" y="2544962"/>
            <a:ext cx="2474217" cy="143073"/>
          </a:xfrm>
          <a:prstGeom prst="rect">
            <a:avLst/>
          </a:prstGeom>
          <a:noFill/>
          <a:ln/>
        </p:spPr>
        <p:txBody>
          <a:bodyPr wrap="non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lnSpc>
                <a:spcPts val="1127"/>
              </a:lnSpc>
              <a:buNone/>
            </a:pPr>
            <a:r>
              <a:rPr lang="en-US" sz="867">
                <a:solidFill>
                  <a:srgbClr val="5A6270"/>
                </a:solidFill>
                <a:latin typeface="Calibri" pitchFamily="34" charset="0"/>
                <a:ea typeface="Calibri" pitchFamily="34" charset="-122"/>
                <a:cs typeface="Calibri" pitchFamily="34" charset="-120"/>
              </a:rPr>
              <a:t>Mumbai $1,200 · Dubai $860 · London $1,150</a:t>
            </a:r>
            <a:endParaRPr lang="en-US" sz="867"/>
          </a:p>
        </p:txBody>
      </p:sp>
      <p:sp>
        <p:nvSpPr>
          <p:cNvPr id="34" name="Text 24"/>
          <p:cNvSpPr/>
          <p:nvPr/>
        </p:nvSpPr>
        <p:spPr>
          <a:xfrm>
            <a:off x="5867400" y="2890045"/>
            <a:ext cx="5715000" cy="528439"/>
          </a:xfrm>
          <a:prstGeom prst="roundRect">
            <a:avLst>
              <a:gd name="adj" fmla="val 14420"/>
            </a:avLst>
          </a:prstGeom>
          <a:solidFill>
            <a:srgbClr val="FFFFFF"/>
          </a:solidFill>
          <a:ln w="9525">
            <a:solidFill>
              <a:srgbClr val="D0D8E4"/>
            </a:solid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sp>
        <p:nvSpPr>
          <p:cNvPr id="35" name="Text 25"/>
          <p:cNvSpPr/>
          <p:nvPr/>
        </p:nvSpPr>
        <p:spPr>
          <a:xfrm>
            <a:off x="6013847" y="3020418"/>
            <a:ext cx="267493" cy="267493"/>
          </a:xfrm>
          <a:prstGeom prst="roundRect">
            <a:avLst>
              <a:gd name="adj" fmla="val 21523"/>
            </a:avLst>
          </a:prstGeom>
          <a:solidFill>
            <a:srgbClr val="FEF3E2"/>
          </a:solidFill>
          <a:ln/>
        </p:spPr>
        <p:txBody>
          <a:bodyPr wrap="non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pic>
        <p:nvPicPr>
          <p:cNvPr id="36" name="Image 8"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059201" y="3065772"/>
            <a:ext cx="176784" cy="176784"/>
          </a:xfrm>
          <a:prstGeom prst="rect">
            <a:avLst/>
          </a:prstGeom>
        </p:spPr>
      </p:pic>
      <p:sp>
        <p:nvSpPr>
          <p:cNvPr id="37" name="Text 26"/>
          <p:cNvSpPr/>
          <p:nvPr/>
        </p:nvSpPr>
        <p:spPr>
          <a:xfrm>
            <a:off x="6357541" y="2997399"/>
            <a:ext cx="3031708" cy="160536"/>
          </a:xfrm>
          <a:prstGeom prst="rect">
            <a:avLst/>
          </a:prstGeom>
          <a:noFill/>
          <a:ln/>
        </p:spPr>
        <p:txBody>
          <a:bodyPr wrap="non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lnSpc>
                <a:spcPts val="1265"/>
              </a:lnSpc>
              <a:buNone/>
            </a:pPr>
            <a:r>
              <a:rPr lang="en-US" sz="973" b="1">
                <a:solidFill>
                  <a:srgbClr val="1A1A2E"/>
                </a:solidFill>
                <a:latin typeface="Calibri" pitchFamily="34" charset="0"/>
                <a:ea typeface="Calibri" pitchFamily="34" charset="-122"/>
                <a:cs typeface="Calibri" pitchFamily="34" charset="-120"/>
              </a:rPr>
              <a:t>EasyPoints Rewards</a:t>
            </a:r>
            <a:endParaRPr lang="en-US" sz="973"/>
          </a:p>
        </p:txBody>
      </p:sp>
      <p:sp>
        <p:nvSpPr>
          <p:cNvPr id="38" name="Text 27"/>
          <p:cNvSpPr/>
          <p:nvPr/>
        </p:nvSpPr>
        <p:spPr>
          <a:xfrm>
            <a:off x="6357541" y="3168056"/>
            <a:ext cx="3031708" cy="143073"/>
          </a:xfrm>
          <a:prstGeom prst="rect">
            <a:avLst/>
          </a:prstGeom>
          <a:noFill/>
          <a:ln/>
        </p:spPr>
        <p:txBody>
          <a:bodyPr wrap="non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lnSpc>
                <a:spcPts val="1127"/>
              </a:lnSpc>
              <a:buNone/>
            </a:pPr>
            <a:r>
              <a:rPr lang="en-US" sz="867">
                <a:solidFill>
                  <a:srgbClr val="5A6270"/>
                </a:solidFill>
                <a:latin typeface="Calibri" pitchFamily="34" charset="0"/>
                <a:ea typeface="Calibri" pitchFamily="34" charset="-122"/>
                <a:cs typeface="Calibri" pitchFamily="34" charset="-120"/>
              </a:rPr>
              <a:t>Earn points on every flight, redeem for upgrades &amp; perks</a:t>
            </a:r>
            <a:endParaRPr lang="en-US" sz="867"/>
          </a:p>
        </p:txBody>
      </p:sp>
      <p:sp>
        <p:nvSpPr>
          <p:cNvPr id="39" name="Text 28"/>
          <p:cNvSpPr/>
          <p:nvPr/>
        </p:nvSpPr>
        <p:spPr>
          <a:xfrm>
            <a:off x="5867400" y="3513138"/>
            <a:ext cx="5715000" cy="528439"/>
          </a:xfrm>
          <a:prstGeom prst="roundRect">
            <a:avLst>
              <a:gd name="adj" fmla="val 14420"/>
            </a:avLst>
          </a:prstGeom>
          <a:solidFill>
            <a:srgbClr val="FFFFFF"/>
          </a:solidFill>
          <a:ln w="9525">
            <a:solidFill>
              <a:srgbClr val="D0D8E4"/>
            </a:solid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sp>
        <p:nvSpPr>
          <p:cNvPr id="40" name="Text 29"/>
          <p:cNvSpPr/>
          <p:nvPr/>
        </p:nvSpPr>
        <p:spPr>
          <a:xfrm>
            <a:off x="6013847" y="3643511"/>
            <a:ext cx="267493" cy="267493"/>
          </a:xfrm>
          <a:prstGeom prst="roundRect">
            <a:avLst>
              <a:gd name="adj" fmla="val 21523"/>
            </a:avLst>
          </a:prstGeom>
          <a:solidFill>
            <a:srgbClr val="E8F8EE"/>
          </a:solidFill>
          <a:ln/>
        </p:spPr>
        <p:txBody>
          <a:bodyPr wrap="non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pic>
        <p:nvPicPr>
          <p:cNvPr id="41" name="Image 9"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059201" y="3688865"/>
            <a:ext cx="176784" cy="176784"/>
          </a:xfrm>
          <a:prstGeom prst="rect">
            <a:avLst/>
          </a:prstGeom>
        </p:spPr>
      </p:pic>
      <p:sp>
        <p:nvSpPr>
          <p:cNvPr id="42" name="Text 30"/>
          <p:cNvSpPr/>
          <p:nvPr/>
        </p:nvSpPr>
        <p:spPr>
          <a:xfrm>
            <a:off x="6357540" y="3620492"/>
            <a:ext cx="3013155" cy="160536"/>
          </a:xfrm>
          <a:prstGeom prst="rect">
            <a:avLst/>
          </a:prstGeom>
          <a:noFill/>
          <a:ln/>
        </p:spPr>
        <p:txBody>
          <a:bodyPr wrap="non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lnSpc>
                <a:spcPts val="1265"/>
              </a:lnSpc>
              <a:buNone/>
            </a:pPr>
            <a:r>
              <a:rPr lang="en-US" sz="973" b="1">
                <a:solidFill>
                  <a:srgbClr val="1A1A2E"/>
                </a:solidFill>
                <a:latin typeface="Calibri" pitchFamily="34" charset="0"/>
                <a:ea typeface="Calibri" pitchFamily="34" charset="-122"/>
                <a:cs typeface="Calibri" pitchFamily="34" charset="-120"/>
              </a:rPr>
              <a:t>Flight Search Options</a:t>
            </a:r>
            <a:endParaRPr lang="en-US" sz="973"/>
          </a:p>
        </p:txBody>
      </p:sp>
      <p:sp>
        <p:nvSpPr>
          <p:cNvPr id="43" name="Text 31"/>
          <p:cNvSpPr/>
          <p:nvPr/>
        </p:nvSpPr>
        <p:spPr>
          <a:xfrm>
            <a:off x="6357540" y="3791149"/>
            <a:ext cx="3013155" cy="143073"/>
          </a:xfrm>
          <a:prstGeom prst="rect">
            <a:avLst/>
          </a:prstGeom>
          <a:noFill/>
          <a:ln/>
        </p:spPr>
        <p:txBody>
          <a:bodyPr wrap="non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lnSpc>
                <a:spcPts val="1127"/>
              </a:lnSpc>
              <a:buNone/>
            </a:pPr>
            <a:r>
              <a:rPr lang="en-US" sz="867">
                <a:solidFill>
                  <a:srgbClr val="5A6270"/>
                </a:solidFill>
                <a:latin typeface="Calibri" pitchFamily="34" charset="0"/>
                <a:ea typeface="Calibri" pitchFamily="34" charset="-122"/>
                <a:cs typeface="Calibri" pitchFamily="34" charset="-120"/>
              </a:rPr>
              <a:t>Round-Trip, One-Way, Multi-City with airport code inputs</a:t>
            </a:r>
            <a:endParaRPr lang="en-US" sz="867"/>
          </a:p>
        </p:txBody>
      </p:sp>
      <p:sp>
        <p:nvSpPr>
          <p:cNvPr id="44" name="Text 32"/>
          <p:cNvSpPr/>
          <p:nvPr/>
        </p:nvSpPr>
        <p:spPr>
          <a:xfrm>
            <a:off x="5867400" y="4852393"/>
            <a:ext cx="5715000" cy="983655"/>
          </a:xfrm>
          <a:prstGeom prst="roundRect">
            <a:avLst>
              <a:gd name="adj" fmla="val 9640"/>
            </a:avLst>
          </a:prstGeom>
          <a:solidFill>
            <a:srgbClr val="0A1628"/>
          </a:solid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sp>
        <p:nvSpPr>
          <p:cNvPr id="45" name="Text 33"/>
          <p:cNvSpPr/>
          <p:nvPr/>
        </p:nvSpPr>
        <p:spPr>
          <a:xfrm>
            <a:off x="6096000" y="5043685"/>
            <a:ext cx="228600" cy="228600"/>
          </a:xfrm>
          <a:prstGeom prst="ellipse">
            <a:avLst/>
          </a:prstGeom>
          <a:solidFill>
            <a:srgbClr val="0057B8">
              <a:alpha val="30000"/>
            </a:srgbClr>
          </a:solidFill>
          <a:ln/>
        </p:spPr>
        <p:txBody>
          <a:bodyPr wrap="non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pic>
        <p:nvPicPr>
          <p:cNvPr id="46" name="Image 10"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121809" y="5069495"/>
            <a:ext cx="176784" cy="176784"/>
          </a:xfrm>
          <a:prstGeom prst="rect">
            <a:avLst/>
          </a:prstGeom>
        </p:spPr>
      </p:pic>
      <p:sp>
        <p:nvSpPr>
          <p:cNvPr id="47" name="Text 34"/>
          <p:cNvSpPr/>
          <p:nvPr/>
        </p:nvSpPr>
        <p:spPr>
          <a:xfrm>
            <a:off x="6419255" y="5079208"/>
            <a:ext cx="1775063" cy="157361"/>
          </a:xfrm>
          <a:prstGeom prst="rect">
            <a:avLst/>
          </a:prstGeom>
          <a:noFill/>
          <a:ln/>
        </p:spPr>
        <p:txBody>
          <a:bodyPr wrap="non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lnSpc>
                <a:spcPts val="1240"/>
              </a:lnSpc>
              <a:buNone/>
            </a:pPr>
            <a:r>
              <a:rPr lang="en-US" sz="827" b="1">
                <a:solidFill>
                  <a:srgbClr val="FFFFFF">
                    <a:alpha val="55000"/>
                  </a:srgbClr>
                </a:solidFill>
                <a:latin typeface="Calibri" pitchFamily="34" charset="0"/>
                <a:ea typeface="Calibri" pitchFamily="34" charset="-122"/>
                <a:cs typeface="Calibri" pitchFamily="34" charset="-120"/>
              </a:rPr>
              <a:t>BRANDED LOADING SCREEN</a:t>
            </a:r>
            <a:endParaRPr lang="en-US" sz="827"/>
          </a:p>
        </p:txBody>
      </p:sp>
      <p:sp>
        <p:nvSpPr>
          <p:cNvPr id="48" name="Text 35"/>
          <p:cNvSpPr/>
          <p:nvPr/>
        </p:nvSpPr>
        <p:spPr>
          <a:xfrm>
            <a:off x="6096001" y="5311180"/>
            <a:ext cx="5783580" cy="228600"/>
          </a:xfrm>
          <a:prstGeom prst="rect">
            <a:avLst/>
          </a:prstGeom>
          <a:noFill/>
          <a:ln/>
        </p:spPr>
        <p:txBody>
          <a:bodyPr wrap="non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lnSpc>
                <a:spcPts val="1800"/>
              </a:lnSpc>
              <a:buNone/>
            </a:pPr>
            <a:r>
              <a:rPr lang="en-US" sz="1200" b="1" i="1">
                <a:solidFill>
                  <a:srgbClr val="FFFFFF"/>
                </a:solidFill>
                <a:latin typeface="Calibri" pitchFamily="34" charset="0"/>
                <a:ea typeface="Calibri" pitchFamily="34" charset="-122"/>
                <a:cs typeface="Calibri" pitchFamily="34" charset="-120"/>
              </a:rPr>
              <a:t>"Finding the best routes for you..."</a:t>
            </a:r>
            <a:endParaRPr lang="en-US" sz="1200"/>
          </a:p>
        </p:txBody>
      </p:sp>
      <p:sp>
        <p:nvSpPr>
          <p:cNvPr id="49" name="Text 36"/>
          <p:cNvSpPr/>
          <p:nvPr/>
        </p:nvSpPr>
        <p:spPr>
          <a:xfrm>
            <a:off x="6096000" y="5615980"/>
            <a:ext cx="5257800" cy="28773"/>
          </a:xfrm>
          <a:prstGeom prst="roundRect">
            <a:avLst>
              <a:gd name="adj" fmla="val 64736"/>
            </a:avLst>
          </a:prstGeom>
          <a:solidFill>
            <a:srgbClr val="FFFFFF">
              <a:alpha val="15000"/>
            </a:srgbClr>
          </a:solidFill>
          <a:ln/>
        </p:spPr>
        <p:txBody>
          <a:bodyPr wrap="non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sp>
        <p:nvSpPr>
          <p:cNvPr id="50" name="Text 37"/>
          <p:cNvSpPr/>
          <p:nvPr/>
        </p:nvSpPr>
        <p:spPr>
          <a:xfrm>
            <a:off x="6096001" y="5615980"/>
            <a:ext cx="3154561" cy="28773"/>
          </a:xfrm>
          <a:prstGeom prst="roundRect">
            <a:avLst>
              <a:gd name="adj" fmla="val 64736"/>
            </a:avLst>
          </a:prstGeom>
          <a:gradFill rotWithShape="1">
            <a:gsLst>
              <a:gs pos="0">
                <a:srgbClr val="0057B8"/>
              </a:gs>
              <a:gs pos="100000">
                <a:srgbClr val="4DB8FF"/>
              </a:gs>
            </a:gsLst>
            <a:lin ang="0" scaled="1"/>
          </a:gradFill>
          <a:ln/>
        </p:spPr>
        <p:txBody>
          <a:bodyPr wrap="non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sp>
        <p:nvSpPr>
          <p:cNvPr id="51" name="Text 38"/>
          <p:cNvSpPr/>
          <p:nvPr/>
        </p:nvSpPr>
        <p:spPr>
          <a:xfrm>
            <a:off x="5867400" y="5988447"/>
            <a:ext cx="5715000" cy="389136"/>
          </a:xfrm>
          <a:prstGeom prst="roundRect">
            <a:avLst>
              <a:gd name="adj" fmla="val 19582"/>
            </a:avLst>
          </a:prstGeom>
          <a:solidFill>
            <a:srgbClr val="0A1628"/>
          </a:solidFill>
          <a:ln/>
        </p:spPr>
        <p:txBody>
          <a:bodyPr wrap="square"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3200"/>
          </a:p>
        </p:txBody>
      </p:sp>
      <p:sp>
        <p:nvSpPr>
          <p:cNvPr id="52" name="Text 39"/>
          <p:cNvSpPr/>
          <p:nvPr/>
        </p:nvSpPr>
        <p:spPr>
          <a:xfrm>
            <a:off x="6019800" y="6090246"/>
            <a:ext cx="701992" cy="185340"/>
          </a:xfrm>
          <a:prstGeom prst="rect">
            <a:avLst/>
          </a:prstGeom>
          <a:noFill/>
          <a:ln/>
        </p:spPr>
        <p:txBody>
          <a:bodyPr wrap="non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lnSpc>
                <a:spcPts val="1460"/>
              </a:lnSpc>
              <a:buNone/>
            </a:pPr>
            <a:r>
              <a:rPr lang="en-US" sz="973" b="1">
                <a:solidFill>
                  <a:srgbClr val="FFFFFF"/>
                </a:solidFill>
                <a:latin typeface="Calibri" pitchFamily="34" charset="0"/>
                <a:ea typeface="Calibri" pitchFamily="34" charset="-122"/>
                <a:cs typeface="Calibri" pitchFamily="34" charset="-120"/>
              </a:rPr>
              <a:t>EasyRoute</a:t>
            </a:r>
            <a:endParaRPr lang="en-US" sz="973"/>
          </a:p>
        </p:txBody>
      </p:sp>
      <p:sp>
        <p:nvSpPr>
          <p:cNvPr id="53" name="Text 40"/>
          <p:cNvSpPr/>
          <p:nvPr/>
        </p:nvSpPr>
        <p:spPr>
          <a:xfrm>
            <a:off x="8677076" y="6083101"/>
            <a:ext cx="555963" cy="199827"/>
          </a:xfrm>
          <a:prstGeom prst="rect">
            <a:avLst/>
          </a:prstGeom>
          <a:noFill/>
          <a:ln/>
        </p:spPr>
        <p:txBody>
          <a:bodyPr wrap="non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lnSpc>
                <a:spcPts val="1120"/>
              </a:lnSpc>
              <a:buNone/>
            </a:pPr>
            <a:r>
              <a:rPr lang="en-US" sz="747">
                <a:solidFill>
                  <a:srgbClr val="FFFFFF">
                    <a:alpha val="70000"/>
                  </a:srgbClr>
                </a:solidFill>
                <a:latin typeface="Calibri" pitchFamily="34" charset="0"/>
                <a:ea typeface="Calibri" pitchFamily="34" charset="-122"/>
                <a:cs typeface="Calibri" pitchFamily="34" charset="-120"/>
              </a:rPr>
              <a:t>Check-in</a:t>
            </a:r>
            <a:endParaRPr lang="en-US" sz="747"/>
          </a:p>
        </p:txBody>
      </p:sp>
      <p:sp>
        <p:nvSpPr>
          <p:cNvPr id="54" name="Text 41"/>
          <p:cNvSpPr/>
          <p:nvPr/>
        </p:nvSpPr>
        <p:spPr>
          <a:xfrm>
            <a:off x="9200952" y="6083101"/>
            <a:ext cx="521256" cy="199827"/>
          </a:xfrm>
          <a:prstGeom prst="rect">
            <a:avLst/>
          </a:prstGeom>
          <a:noFill/>
          <a:ln/>
        </p:spPr>
        <p:txBody>
          <a:bodyPr wrap="non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lnSpc>
                <a:spcPts val="1120"/>
              </a:lnSpc>
              <a:buNone/>
            </a:pPr>
            <a:r>
              <a:rPr lang="en-US" sz="747">
                <a:solidFill>
                  <a:srgbClr val="FFFFFF">
                    <a:alpha val="70000"/>
                  </a:srgbClr>
                </a:solidFill>
                <a:latin typeface="Calibri" pitchFamily="34" charset="0"/>
                <a:ea typeface="Calibri" pitchFamily="34" charset="-122"/>
                <a:cs typeface="Calibri" pitchFamily="34" charset="-120"/>
              </a:rPr>
              <a:t>Manage</a:t>
            </a:r>
            <a:endParaRPr lang="en-US" sz="747"/>
          </a:p>
        </p:txBody>
      </p:sp>
      <p:sp>
        <p:nvSpPr>
          <p:cNvPr id="55" name="Text 42"/>
          <p:cNvSpPr/>
          <p:nvPr/>
        </p:nvSpPr>
        <p:spPr>
          <a:xfrm>
            <a:off x="9693275" y="6083101"/>
            <a:ext cx="509687" cy="199827"/>
          </a:xfrm>
          <a:prstGeom prst="rect">
            <a:avLst/>
          </a:prstGeom>
          <a:noFill/>
          <a:ln/>
        </p:spPr>
        <p:txBody>
          <a:bodyPr wrap="non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lnSpc>
                <a:spcPts val="1120"/>
              </a:lnSpc>
              <a:buNone/>
            </a:pPr>
            <a:r>
              <a:rPr lang="en-US" sz="747">
                <a:solidFill>
                  <a:srgbClr val="FFFFFF">
                    <a:alpha val="70000"/>
                  </a:srgbClr>
                </a:solidFill>
                <a:latin typeface="Calibri" pitchFamily="34" charset="0"/>
                <a:ea typeface="Calibri" pitchFamily="34" charset="-122"/>
                <a:cs typeface="Calibri" pitchFamily="34" charset="-120"/>
              </a:rPr>
              <a:t>Support</a:t>
            </a:r>
            <a:endParaRPr lang="en-US" sz="747"/>
          </a:p>
        </p:txBody>
      </p:sp>
      <p:sp>
        <p:nvSpPr>
          <p:cNvPr id="56" name="Text 43"/>
          <p:cNvSpPr/>
          <p:nvPr/>
        </p:nvSpPr>
        <p:spPr>
          <a:xfrm>
            <a:off x="10175082" y="6083101"/>
            <a:ext cx="172005" cy="199827"/>
          </a:xfrm>
          <a:prstGeom prst="rect">
            <a:avLst/>
          </a:prstGeom>
          <a:noFill/>
          <a:ln/>
        </p:spPr>
        <p:txBody>
          <a:bodyPr wrap="non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lnSpc>
                <a:spcPts val="1120"/>
              </a:lnSpc>
              <a:buNone/>
            </a:pPr>
            <a:r>
              <a:rPr lang="en-US" sz="747">
                <a:solidFill>
                  <a:srgbClr val="FFFFFF">
                    <a:alpha val="70000"/>
                  </a:srgbClr>
                </a:solidFill>
                <a:latin typeface="Calibri" pitchFamily="34" charset="0"/>
                <a:ea typeface="Calibri" pitchFamily="34" charset="-122"/>
                <a:cs typeface="Calibri" pitchFamily="34" charset="-120"/>
              </a:rPr>
              <a:t>|</a:t>
            </a:r>
            <a:endParaRPr lang="en-US" sz="747"/>
          </a:p>
        </p:txBody>
      </p:sp>
      <p:pic>
        <p:nvPicPr>
          <p:cNvPr id="57" name="Image 11"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370555" y="6066643"/>
            <a:ext cx="176784" cy="176784"/>
          </a:xfrm>
          <a:prstGeom prst="rect">
            <a:avLst/>
          </a:prstGeom>
        </p:spPr>
      </p:pic>
      <p:sp>
        <p:nvSpPr>
          <p:cNvPr id="58" name="Text 44"/>
          <p:cNvSpPr/>
          <p:nvPr/>
        </p:nvSpPr>
        <p:spPr>
          <a:xfrm>
            <a:off x="10586443" y="6083101"/>
            <a:ext cx="444420" cy="199827"/>
          </a:xfrm>
          <a:prstGeom prst="rect">
            <a:avLst/>
          </a:prstGeom>
          <a:noFill/>
          <a:ln/>
        </p:spPr>
        <p:txBody>
          <a:bodyPr wrap="non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lnSpc>
                <a:spcPts val="1120"/>
              </a:lnSpc>
              <a:buNone/>
            </a:pPr>
            <a:r>
              <a:rPr lang="en-US" sz="747">
                <a:solidFill>
                  <a:srgbClr val="FFFFFF">
                    <a:alpha val="70000"/>
                  </a:srgbClr>
                </a:solidFill>
                <a:latin typeface="Calibri" pitchFamily="34" charset="0"/>
                <a:ea typeface="Calibri" pitchFamily="34" charset="-122"/>
                <a:cs typeface="Calibri" pitchFamily="34" charset="-120"/>
              </a:rPr>
              <a:t>🇨🇦 EN</a:t>
            </a:r>
            <a:endParaRPr lang="en-US" sz="747"/>
          </a:p>
        </p:txBody>
      </p:sp>
      <p:sp>
        <p:nvSpPr>
          <p:cNvPr id="59" name="Text 45"/>
          <p:cNvSpPr/>
          <p:nvPr/>
        </p:nvSpPr>
        <p:spPr>
          <a:xfrm>
            <a:off x="11008917" y="6083102"/>
            <a:ext cx="421084" cy="219809"/>
          </a:xfrm>
          <a:prstGeom prst="roundRect">
            <a:avLst>
              <a:gd name="adj" fmla="val 17718"/>
            </a:avLst>
          </a:prstGeom>
          <a:solidFill>
            <a:srgbClr val="FFFFFF">
              <a:alpha val="12000"/>
            </a:srgbClr>
          </a:solidFill>
          <a:ln/>
        </p:spPr>
        <p:txBody>
          <a:bodyPr wrap="non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747">
                <a:solidFill>
                  <a:srgbClr val="FFFFFF">
                    <a:alpha val="70000"/>
                  </a:srgbClr>
                </a:solidFill>
                <a:latin typeface="Calibri" pitchFamily="34" charset="0"/>
                <a:ea typeface="Calibri" pitchFamily="34" charset="-122"/>
                <a:cs typeface="Calibri" pitchFamily="34" charset="-120"/>
              </a:rPr>
              <a:t>Login</a:t>
            </a:r>
            <a:endParaRPr lang="en-US" sz="747"/>
          </a:p>
        </p:txBody>
      </p:sp>
      <p:sp>
        <p:nvSpPr>
          <p:cNvPr id="62" name="TextBox 61">
            <a:extLst>
              <a:ext uri="{FF2B5EF4-FFF2-40B4-BE49-F238E27FC236}">
                <a16:creationId xmlns:a16="http://schemas.microsoft.com/office/drawing/2014/main" id="{1F2B3777-14C3-44FA-4825-EFAD7D82B90C}"/>
              </a:ext>
            </a:extLst>
          </p:cNvPr>
          <p:cNvSpPr txBox="1"/>
          <p:nvPr/>
        </p:nvSpPr>
        <p:spPr>
          <a:xfrm>
            <a:off x="614947" y="86895"/>
            <a:ext cx="609600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rgbClr val="F4A261"/>
                </a:solidFill>
                <a:latin typeface="Calibri"/>
              </a:rPr>
              <a:t>S T A G E </a:t>
            </a:r>
            <a:r>
              <a:rPr lang="en-US" sz="1200" b="1" i="0" u="none" strike="noStrike" baseline="0">
                <a:solidFill>
                  <a:srgbClr val="F4A261"/>
                </a:solidFill>
                <a:latin typeface="Calibri"/>
              </a:rPr>
              <a:t> 2 • </a:t>
            </a:r>
            <a:r>
              <a:rPr lang="en-US" sz="1200" b="1">
                <a:solidFill>
                  <a:srgbClr val="F4A261"/>
                </a:solidFill>
                <a:latin typeface="Calibri"/>
              </a:rPr>
              <a:t>D E S I G N</a:t>
            </a:r>
            <a:r>
              <a:rPr lang="en-US" sz="1200" b="1" i="0" u="none" strike="noStrike" baseline="0">
                <a:solidFill>
                  <a:srgbClr val="F4A261"/>
                </a:solidFill>
                <a:latin typeface="Calibri"/>
              </a:rPr>
              <a:t> </a:t>
            </a:r>
            <a:r>
              <a:rPr lang="en-US" sz="1200" b="1">
                <a:solidFill>
                  <a:srgbClr val="F4A261"/>
                </a:solidFill>
                <a:latin typeface="Calibri"/>
              </a:rPr>
              <a:t>  D E C I S I O N S </a:t>
            </a:r>
            <a:r>
              <a:rPr sz="1200" b="1" i="0" dirty="0">
                <a:solidFill>
                  <a:srgbClr val="000000"/>
                </a:solidFill>
                <a:latin typeface="Calibri"/>
                <a:ea typeface="Calibri"/>
                <a:cs typeface="Calibri"/>
              </a:rPr>
              <a:t>​</a:t>
            </a:r>
            <a:endParaRPr lang="en-GB" sz="1200" b="1">
              <a:ea typeface="Calibri"/>
              <a:cs typeface="Calibri"/>
            </a:endParaRPr>
          </a:p>
          <a:p>
            <a:pPr algn="ctr"/>
            <a:endParaRPr lang="en-GB"/>
          </a:p>
        </p:txBody>
      </p:sp>
    </p:spTree>
    <p:extLst>
      <p:ext uri="{BB962C8B-B14F-4D97-AF65-F5344CB8AC3E}">
        <p14:creationId xmlns:p14="http://schemas.microsoft.com/office/powerpoint/2010/main" val="3858980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100" b="1" kern="0" spc="400">
                <a:solidFill>
                  <a:srgbClr val="F4A261"/>
                </a:solidFill>
                <a:latin typeface="Calibri" pitchFamily="34" charset="0"/>
                <a:ea typeface="Calibri" pitchFamily="34" charset="-122"/>
                <a:cs typeface="Calibri" pitchFamily="34" charset="-120"/>
              </a:rPr>
              <a:t>STAGE 2  •  USER FLOW</a:t>
            </a:r>
            <a:endParaRPr lang="en-US" sz="110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000" b="1">
                <a:solidFill>
                  <a:srgbClr val="0B2545"/>
                </a:solidFill>
                <a:latin typeface="Georgia" pitchFamily="34" charset="0"/>
                <a:ea typeface="Georgia" pitchFamily="34" charset="-122"/>
                <a:cs typeface="Georgia" pitchFamily="34" charset="-120"/>
              </a:rPr>
              <a:t>How a booking moves through our prototype</a:t>
            </a:r>
            <a:endParaRPr lang="en-US" sz="3000"/>
          </a:p>
        </p:txBody>
      </p:sp>
      <p:sp>
        <p:nvSpPr>
          <p:cNvPr id="4" name="Shape 2"/>
          <p:cNvSpPr/>
          <p:nvPr/>
        </p:nvSpPr>
        <p:spPr>
          <a:xfrm>
            <a:off x="1074420" y="1920240"/>
            <a:ext cx="640080" cy="640080"/>
          </a:xfrm>
          <a:prstGeom prst="ellipse">
            <a:avLst/>
          </a:prstGeom>
          <a:solidFill>
            <a:srgbClr val="0B2545"/>
          </a:solidFill>
          <a:ln w="12700">
            <a:solidFill>
              <a:srgbClr val="0B2545"/>
            </a:solidFill>
            <a:prstDash val="solid"/>
          </a:ln>
        </p:spPr>
      </p:sp>
      <p:sp>
        <p:nvSpPr>
          <p:cNvPr id="5" name="Text 3"/>
          <p:cNvSpPr/>
          <p:nvPr/>
        </p:nvSpPr>
        <p:spPr>
          <a:xfrm>
            <a:off x="1074420" y="1920240"/>
            <a:ext cx="640080" cy="640080"/>
          </a:xfrm>
          <a:prstGeom prst="rect">
            <a:avLst/>
          </a:prstGeom>
          <a:noFill/>
          <a:ln/>
        </p:spPr>
        <p:txBody>
          <a:bodyPr wrap="square" lIns="0" tIns="0" rIns="0" bIns="0" rtlCol="0" anchor="ctr"/>
          <a:lstStyle/>
          <a:p>
            <a:pPr marL="0" indent="0" algn="ctr">
              <a:buNone/>
            </a:pPr>
            <a:r>
              <a:rPr lang="en-US" sz="2200" b="1">
                <a:solidFill>
                  <a:srgbClr val="F4A261"/>
                </a:solidFill>
                <a:latin typeface="Georgia" pitchFamily="34" charset="0"/>
                <a:ea typeface="Georgia" pitchFamily="34" charset="-122"/>
                <a:cs typeface="Georgia" pitchFamily="34" charset="-120"/>
              </a:rPr>
              <a:t>1</a:t>
            </a:r>
            <a:endParaRPr lang="en-US" sz="2200"/>
          </a:p>
        </p:txBody>
      </p:sp>
      <p:sp>
        <p:nvSpPr>
          <p:cNvPr id="6" name="Text 4"/>
          <p:cNvSpPr/>
          <p:nvPr/>
        </p:nvSpPr>
        <p:spPr>
          <a:xfrm>
            <a:off x="525780" y="2697480"/>
            <a:ext cx="1737360" cy="365760"/>
          </a:xfrm>
          <a:prstGeom prst="rect">
            <a:avLst/>
          </a:prstGeom>
          <a:noFill/>
          <a:ln/>
        </p:spPr>
        <p:txBody>
          <a:bodyPr wrap="square" lIns="0" tIns="0" rIns="0" bIns="0" rtlCol="0" anchor="ctr"/>
          <a:lstStyle/>
          <a:p>
            <a:pPr marL="0" indent="0" algn="ctr">
              <a:buNone/>
            </a:pPr>
            <a:r>
              <a:rPr lang="en-US" sz="1500" b="1">
                <a:solidFill>
                  <a:srgbClr val="0B2545"/>
                </a:solidFill>
                <a:latin typeface="Georgia" pitchFamily="34" charset="0"/>
                <a:ea typeface="Georgia" pitchFamily="34" charset="-122"/>
                <a:cs typeface="Georgia" pitchFamily="34" charset="-120"/>
              </a:rPr>
              <a:t>Search</a:t>
            </a:r>
            <a:endParaRPr lang="en-US" sz="1500"/>
          </a:p>
        </p:txBody>
      </p:sp>
      <p:sp>
        <p:nvSpPr>
          <p:cNvPr id="7" name="Text 5"/>
          <p:cNvSpPr/>
          <p:nvPr/>
        </p:nvSpPr>
        <p:spPr>
          <a:xfrm>
            <a:off x="617220" y="3063240"/>
            <a:ext cx="1554480" cy="640080"/>
          </a:xfrm>
          <a:prstGeom prst="rect">
            <a:avLst/>
          </a:prstGeom>
          <a:noFill/>
          <a:ln/>
        </p:spPr>
        <p:txBody>
          <a:bodyPr wrap="square" lIns="0" tIns="0" rIns="0" bIns="0" rtlCol="0" anchor="ctr"/>
          <a:lstStyle/>
          <a:p>
            <a:pPr marL="0" indent="0" algn="ctr">
              <a:buNone/>
            </a:pPr>
            <a:r>
              <a:rPr lang="en-US" sz="1100">
                <a:solidFill>
                  <a:srgbClr val="6B7280"/>
                </a:solidFill>
                <a:latin typeface="Calibri" pitchFamily="34" charset="0"/>
                <a:ea typeface="Calibri" pitchFamily="34" charset="-122"/>
                <a:cs typeface="Calibri" pitchFamily="34" charset="-120"/>
              </a:rPr>
              <a:t>Pick trip type, route, dates, passengers.</a:t>
            </a:r>
            <a:endParaRPr lang="en-US" sz="1100"/>
          </a:p>
        </p:txBody>
      </p:sp>
      <p:sp>
        <p:nvSpPr>
          <p:cNvPr id="8" name="Shape 6"/>
          <p:cNvSpPr/>
          <p:nvPr/>
        </p:nvSpPr>
        <p:spPr>
          <a:xfrm>
            <a:off x="2263140" y="2240280"/>
            <a:ext cx="137160" cy="0"/>
          </a:xfrm>
          <a:prstGeom prst="line">
            <a:avLst/>
          </a:prstGeom>
          <a:noFill/>
          <a:ln w="25400">
            <a:solidFill>
              <a:srgbClr val="F4A261"/>
            </a:solidFill>
            <a:prstDash val="solid"/>
            <a:tailEnd type="triangle"/>
          </a:ln>
        </p:spPr>
      </p:sp>
      <p:sp>
        <p:nvSpPr>
          <p:cNvPr id="9" name="Shape 7"/>
          <p:cNvSpPr/>
          <p:nvPr/>
        </p:nvSpPr>
        <p:spPr>
          <a:xfrm>
            <a:off x="2948940" y="1920240"/>
            <a:ext cx="640080" cy="640080"/>
          </a:xfrm>
          <a:prstGeom prst="ellipse">
            <a:avLst/>
          </a:prstGeom>
          <a:solidFill>
            <a:srgbClr val="0B2545"/>
          </a:solidFill>
          <a:ln w="12700">
            <a:solidFill>
              <a:srgbClr val="0B2545"/>
            </a:solidFill>
            <a:prstDash val="solid"/>
          </a:ln>
        </p:spPr>
      </p:sp>
      <p:sp>
        <p:nvSpPr>
          <p:cNvPr id="10" name="Text 8"/>
          <p:cNvSpPr/>
          <p:nvPr/>
        </p:nvSpPr>
        <p:spPr>
          <a:xfrm>
            <a:off x="2948940" y="1920240"/>
            <a:ext cx="640080" cy="640080"/>
          </a:xfrm>
          <a:prstGeom prst="rect">
            <a:avLst/>
          </a:prstGeom>
          <a:noFill/>
          <a:ln/>
        </p:spPr>
        <p:txBody>
          <a:bodyPr wrap="square" lIns="0" tIns="0" rIns="0" bIns="0" rtlCol="0" anchor="ctr"/>
          <a:lstStyle/>
          <a:p>
            <a:pPr marL="0" indent="0" algn="ctr">
              <a:buNone/>
            </a:pPr>
            <a:r>
              <a:rPr lang="en-US" sz="2200" b="1">
                <a:solidFill>
                  <a:srgbClr val="F4A261"/>
                </a:solidFill>
                <a:latin typeface="Georgia" pitchFamily="34" charset="0"/>
                <a:ea typeface="Georgia" pitchFamily="34" charset="-122"/>
                <a:cs typeface="Georgia" pitchFamily="34" charset="-120"/>
              </a:rPr>
              <a:t>2</a:t>
            </a:r>
            <a:endParaRPr lang="en-US" sz="2200"/>
          </a:p>
        </p:txBody>
      </p:sp>
      <p:sp>
        <p:nvSpPr>
          <p:cNvPr id="11" name="Text 9"/>
          <p:cNvSpPr/>
          <p:nvPr/>
        </p:nvSpPr>
        <p:spPr>
          <a:xfrm>
            <a:off x="2400300" y="2697480"/>
            <a:ext cx="1737360" cy="365760"/>
          </a:xfrm>
          <a:prstGeom prst="rect">
            <a:avLst/>
          </a:prstGeom>
          <a:noFill/>
          <a:ln/>
        </p:spPr>
        <p:txBody>
          <a:bodyPr wrap="square" lIns="0" tIns="0" rIns="0" bIns="0" rtlCol="0" anchor="ctr"/>
          <a:lstStyle/>
          <a:p>
            <a:pPr marL="0" indent="0" algn="ctr">
              <a:buNone/>
            </a:pPr>
            <a:r>
              <a:rPr lang="en-US" sz="1500" b="1">
                <a:solidFill>
                  <a:srgbClr val="0B2545"/>
                </a:solidFill>
                <a:latin typeface="Georgia" pitchFamily="34" charset="0"/>
                <a:ea typeface="Georgia" pitchFamily="34" charset="-122"/>
                <a:cs typeface="Georgia" pitchFamily="34" charset="-120"/>
              </a:rPr>
              <a:t>Select Flight</a:t>
            </a:r>
            <a:endParaRPr lang="en-US" sz="1500"/>
          </a:p>
        </p:txBody>
      </p:sp>
      <p:sp>
        <p:nvSpPr>
          <p:cNvPr id="12" name="Text 10"/>
          <p:cNvSpPr/>
          <p:nvPr/>
        </p:nvSpPr>
        <p:spPr>
          <a:xfrm>
            <a:off x="2491740" y="3063240"/>
            <a:ext cx="1554480" cy="640080"/>
          </a:xfrm>
          <a:prstGeom prst="rect">
            <a:avLst/>
          </a:prstGeom>
          <a:noFill/>
          <a:ln/>
        </p:spPr>
        <p:txBody>
          <a:bodyPr wrap="square" lIns="0" tIns="0" rIns="0" bIns="0" rtlCol="0" anchor="ctr"/>
          <a:lstStyle/>
          <a:p>
            <a:pPr algn="ctr"/>
            <a:r>
              <a:rPr lang="en-US" sz="1100">
                <a:solidFill>
                  <a:srgbClr val="6B7280"/>
                </a:solidFill>
                <a:latin typeface="Calibri"/>
                <a:ea typeface="Calibri"/>
                <a:cs typeface="Calibri"/>
              </a:rPr>
              <a:t>Browse different flight options.</a:t>
            </a:r>
            <a:endParaRPr lang="en-US" sz="1100">
              <a:latin typeface="Calibri"/>
              <a:ea typeface="Calibri"/>
              <a:cs typeface="Calibri"/>
            </a:endParaRPr>
          </a:p>
        </p:txBody>
      </p:sp>
      <p:sp>
        <p:nvSpPr>
          <p:cNvPr id="13" name="Shape 11"/>
          <p:cNvSpPr/>
          <p:nvPr/>
        </p:nvSpPr>
        <p:spPr>
          <a:xfrm>
            <a:off x="4137660" y="2240280"/>
            <a:ext cx="137160" cy="0"/>
          </a:xfrm>
          <a:prstGeom prst="line">
            <a:avLst/>
          </a:prstGeom>
          <a:noFill/>
          <a:ln w="25400">
            <a:solidFill>
              <a:srgbClr val="F4A261"/>
            </a:solidFill>
            <a:prstDash val="solid"/>
            <a:tailEnd type="triangle"/>
          </a:ln>
        </p:spPr>
      </p:sp>
      <p:sp>
        <p:nvSpPr>
          <p:cNvPr id="14" name="Shape 12"/>
          <p:cNvSpPr/>
          <p:nvPr/>
        </p:nvSpPr>
        <p:spPr>
          <a:xfrm>
            <a:off x="4823460" y="1920240"/>
            <a:ext cx="640080" cy="640080"/>
          </a:xfrm>
          <a:prstGeom prst="ellipse">
            <a:avLst/>
          </a:prstGeom>
          <a:solidFill>
            <a:srgbClr val="0B2545"/>
          </a:solidFill>
          <a:ln w="12700">
            <a:solidFill>
              <a:srgbClr val="0B2545"/>
            </a:solidFill>
            <a:prstDash val="solid"/>
          </a:ln>
        </p:spPr>
      </p:sp>
      <p:sp>
        <p:nvSpPr>
          <p:cNvPr id="15" name="Text 13"/>
          <p:cNvSpPr/>
          <p:nvPr/>
        </p:nvSpPr>
        <p:spPr>
          <a:xfrm>
            <a:off x="4823460" y="1920240"/>
            <a:ext cx="640080" cy="640080"/>
          </a:xfrm>
          <a:prstGeom prst="rect">
            <a:avLst/>
          </a:prstGeom>
          <a:noFill/>
          <a:ln/>
        </p:spPr>
        <p:txBody>
          <a:bodyPr wrap="square" lIns="0" tIns="0" rIns="0" bIns="0" rtlCol="0" anchor="ctr"/>
          <a:lstStyle/>
          <a:p>
            <a:pPr marL="0" indent="0" algn="ctr">
              <a:buNone/>
            </a:pPr>
            <a:r>
              <a:rPr lang="en-US" sz="2200" b="1">
                <a:solidFill>
                  <a:srgbClr val="F4A261"/>
                </a:solidFill>
                <a:latin typeface="Georgia" pitchFamily="34" charset="0"/>
                <a:ea typeface="Georgia" pitchFamily="34" charset="-122"/>
                <a:cs typeface="Georgia" pitchFamily="34" charset="-120"/>
              </a:rPr>
              <a:t>3</a:t>
            </a:r>
            <a:endParaRPr lang="en-US" sz="2200"/>
          </a:p>
        </p:txBody>
      </p:sp>
      <p:sp>
        <p:nvSpPr>
          <p:cNvPr id="16" name="Text 14"/>
          <p:cNvSpPr/>
          <p:nvPr/>
        </p:nvSpPr>
        <p:spPr>
          <a:xfrm>
            <a:off x="9996504" y="2697480"/>
            <a:ext cx="1737360" cy="365760"/>
          </a:xfrm>
          <a:prstGeom prst="rect">
            <a:avLst/>
          </a:prstGeom>
          <a:noFill/>
          <a:ln/>
        </p:spPr>
        <p:txBody>
          <a:bodyPr wrap="square" lIns="0" tIns="0" rIns="0" bIns="0" rtlCol="0" anchor="ctr"/>
          <a:lstStyle/>
          <a:p>
            <a:pPr marL="0" indent="0" algn="ctr">
              <a:buNone/>
            </a:pPr>
            <a:r>
              <a:rPr lang="en-US" sz="1500" b="1">
                <a:solidFill>
                  <a:srgbClr val="0B2545"/>
                </a:solidFill>
                <a:latin typeface="Georgia"/>
              </a:rPr>
              <a:t>Confirmation</a:t>
            </a:r>
          </a:p>
        </p:txBody>
      </p:sp>
      <p:sp>
        <p:nvSpPr>
          <p:cNvPr id="17" name="Text 15"/>
          <p:cNvSpPr/>
          <p:nvPr/>
        </p:nvSpPr>
        <p:spPr>
          <a:xfrm>
            <a:off x="4366260" y="3063240"/>
            <a:ext cx="1554480" cy="640080"/>
          </a:xfrm>
          <a:prstGeom prst="rect">
            <a:avLst/>
          </a:prstGeom>
          <a:noFill/>
          <a:ln/>
        </p:spPr>
        <p:txBody>
          <a:bodyPr wrap="square" lIns="0" tIns="0" rIns="0" bIns="0" rtlCol="0" anchor="ctr"/>
          <a:lstStyle/>
          <a:p>
            <a:pPr algn="ctr"/>
            <a:r>
              <a:rPr lang="en-US" sz="1100">
                <a:solidFill>
                  <a:srgbClr val="6B7280"/>
                </a:solidFill>
                <a:latin typeface="Calibri"/>
                <a:ea typeface="Calibri"/>
                <a:cs typeface="Calibri"/>
              </a:rPr>
              <a:t>Select fare type based on user preference.</a:t>
            </a:r>
            <a:endParaRPr lang="en-US" sz="1100">
              <a:latin typeface="Calibri"/>
              <a:ea typeface="Calibri"/>
              <a:cs typeface="Calibri"/>
            </a:endParaRPr>
          </a:p>
        </p:txBody>
      </p:sp>
      <p:sp>
        <p:nvSpPr>
          <p:cNvPr id="18" name="Shape 16"/>
          <p:cNvSpPr/>
          <p:nvPr/>
        </p:nvSpPr>
        <p:spPr>
          <a:xfrm>
            <a:off x="6012180" y="2240280"/>
            <a:ext cx="137160" cy="0"/>
          </a:xfrm>
          <a:prstGeom prst="line">
            <a:avLst/>
          </a:prstGeom>
          <a:noFill/>
          <a:ln w="25400">
            <a:solidFill>
              <a:srgbClr val="F4A261"/>
            </a:solidFill>
            <a:prstDash val="solid"/>
            <a:tailEnd type="triangle"/>
          </a:ln>
        </p:spPr>
      </p:sp>
      <p:sp>
        <p:nvSpPr>
          <p:cNvPr id="19" name="Shape 17"/>
          <p:cNvSpPr/>
          <p:nvPr/>
        </p:nvSpPr>
        <p:spPr>
          <a:xfrm>
            <a:off x="6697980" y="1920240"/>
            <a:ext cx="640080" cy="640080"/>
          </a:xfrm>
          <a:prstGeom prst="ellipse">
            <a:avLst/>
          </a:prstGeom>
          <a:solidFill>
            <a:srgbClr val="0B2545"/>
          </a:solidFill>
          <a:ln w="12700">
            <a:solidFill>
              <a:srgbClr val="0B2545"/>
            </a:solidFill>
            <a:prstDash val="solid"/>
          </a:ln>
        </p:spPr>
      </p:sp>
      <p:sp>
        <p:nvSpPr>
          <p:cNvPr id="20" name="Text 18"/>
          <p:cNvSpPr/>
          <p:nvPr/>
        </p:nvSpPr>
        <p:spPr>
          <a:xfrm>
            <a:off x="6697980" y="1920240"/>
            <a:ext cx="640080" cy="640080"/>
          </a:xfrm>
          <a:prstGeom prst="rect">
            <a:avLst/>
          </a:prstGeom>
          <a:noFill/>
          <a:ln/>
        </p:spPr>
        <p:txBody>
          <a:bodyPr wrap="square" lIns="0" tIns="0" rIns="0" bIns="0" rtlCol="0" anchor="ctr"/>
          <a:lstStyle/>
          <a:p>
            <a:pPr marL="0" indent="0" algn="ctr">
              <a:buNone/>
            </a:pPr>
            <a:r>
              <a:rPr lang="en-US" sz="2200" b="1">
                <a:solidFill>
                  <a:srgbClr val="F4A261"/>
                </a:solidFill>
                <a:latin typeface="Georgia" pitchFamily="34" charset="0"/>
                <a:ea typeface="Georgia" pitchFamily="34" charset="-122"/>
                <a:cs typeface="Georgia" pitchFamily="34" charset="-120"/>
              </a:rPr>
              <a:t>4</a:t>
            </a:r>
            <a:endParaRPr lang="en-US" sz="2200"/>
          </a:p>
        </p:txBody>
      </p:sp>
      <p:sp>
        <p:nvSpPr>
          <p:cNvPr id="21" name="Text 19"/>
          <p:cNvSpPr/>
          <p:nvPr/>
        </p:nvSpPr>
        <p:spPr>
          <a:xfrm>
            <a:off x="8087761" y="2697480"/>
            <a:ext cx="1737360" cy="365760"/>
          </a:xfrm>
          <a:prstGeom prst="rect">
            <a:avLst/>
          </a:prstGeom>
          <a:noFill/>
          <a:ln/>
        </p:spPr>
        <p:txBody>
          <a:bodyPr wrap="square" lIns="0" tIns="0" rIns="0" bIns="0" rtlCol="0" anchor="ctr"/>
          <a:lstStyle/>
          <a:p>
            <a:pPr marL="0" indent="0" algn="ctr">
              <a:buNone/>
            </a:pPr>
            <a:r>
              <a:rPr lang="en-US" sz="1500" b="1">
                <a:solidFill>
                  <a:srgbClr val="0B2545"/>
                </a:solidFill>
                <a:latin typeface="Georgia" pitchFamily="34" charset="0"/>
                <a:ea typeface="Georgia" pitchFamily="34" charset="-122"/>
                <a:cs typeface="Georgia" pitchFamily="34" charset="-120"/>
              </a:rPr>
              <a:t>Seats</a:t>
            </a:r>
            <a:endParaRPr lang="en-US" sz="1500"/>
          </a:p>
        </p:txBody>
      </p:sp>
      <p:sp>
        <p:nvSpPr>
          <p:cNvPr id="22" name="Text 20"/>
          <p:cNvSpPr/>
          <p:nvPr/>
        </p:nvSpPr>
        <p:spPr>
          <a:xfrm>
            <a:off x="6240780" y="3063240"/>
            <a:ext cx="1554480" cy="640080"/>
          </a:xfrm>
          <a:prstGeom prst="rect">
            <a:avLst/>
          </a:prstGeom>
          <a:noFill/>
          <a:ln/>
        </p:spPr>
        <p:txBody>
          <a:bodyPr wrap="square" lIns="0" tIns="0" rIns="0" bIns="0" rtlCol="0" anchor="ctr"/>
          <a:lstStyle/>
          <a:p>
            <a:pPr algn="ctr"/>
            <a:r>
              <a:rPr lang="en-US" sz="1100">
                <a:solidFill>
                  <a:srgbClr val="6B7280"/>
                </a:solidFill>
                <a:ea typeface="Calibri"/>
                <a:cs typeface="Calibri"/>
              </a:rPr>
              <a:t>Enter passenger info and payment info</a:t>
            </a:r>
          </a:p>
        </p:txBody>
      </p:sp>
      <p:sp>
        <p:nvSpPr>
          <p:cNvPr id="23" name="Shape 21"/>
          <p:cNvSpPr/>
          <p:nvPr/>
        </p:nvSpPr>
        <p:spPr>
          <a:xfrm>
            <a:off x="7886700" y="2240280"/>
            <a:ext cx="137160" cy="0"/>
          </a:xfrm>
          <a:prstGeom prst="line">
            <a:avLst/>
          </a:prstGeom>
          <a:noFill/>
          <a:ln w="25400">
            <a:solidFill>
              <a:srgbClr val="F4A261"/>
            </a:solidFill>
            <a:prstDash val="solid"/>
            <a:tailEnd type="triangle"/>
          </a:ln>
        </p:spPr>
      </p:sp>
      <p:sp>
        <p:nvSpPr>
          <p:cNvPr id="24" name="Shape 22"/>
          <p:cNvSpPr/>
          <p:nvPr/>
        </p:nvSpPr>
        <p:spPr>
          <a:xfrm>
            <a:off x="8572500" y="1920240"/>
            <a:ext cx="640080" cy="640080"/>
          </a:xfrm>
          <a:prstGeom prst="ellipse">
            <a:avLst/>
          </a:prstGeom>
          <a:solidFill>
            <a:srgbClr val="0B2545"/>
          </a:solidFill>
          <a:ln w="12700">
            <a:solidFill>
              <a:srgbClr val="0B2545"/>
            </a:solidFill>
            <a:prstDash val="solid"/>
          </a:ln>
        </p:spPr>
      </p:sp>
      <p:sp>
        <p:nvSpPr>
          <p:cNvPr id="25" name="Text 23"/>
          <p:cNvSpPr/>
          <p:nvPr/>
        </p:nvSpPr>
        <p:spPr>
          <a:xfrm>
            <a:off x="8572500" y="1920240"/>
            <a:ext cx="640080" cy="640080"/>
          </a:xfrm>
          <a:prstGeom prst="rect">
            <a:avLst/>
          </a:prstGeom>
          <a:noFill/>
          <a:ln/>
        </p:spPr>
        <p:txBody>
          <a:bodyPr wrap="square" lIns="0" tIns="0" rIns="0" bIns="0" rtlCol="0" anchor="ctr"/>
          <a:lstStyle/>
          <a:p>
            <a:pPr marL="0" indent="0" algn="ctr">
              <a:buNone/>
            </a:pPr>
            <a:r>
              <a:rPr lang="en-US" sz="2200" b="1">
                <a:solidFill>
                  <a:srgbClr val="F4A261"/>
                </a:solidFill>
                <a:latin typeface="Georgia" pitchFamily="34" charset="0"/>
                <a:ea typeface="Georgia" pitchFamily="34" charset="-122"/>
                <a:cs typeface="Georgia" pitchFamily="34" charset="-120"/>
              </a:rPr>
              <a:t>5</a:t>
            </a:r>
            <a:endParaRPr lang="en-US" sz="2200"/>
          </a:p>
        </p:txBody>
      </p:sp>
      <p:sp>
        <p:nvSpPr>
          <p:cNvPr id="27" name="Text 25"/>
          <p:cNvSpPr/>
          <p:nvPr/>
        </p:nvSpPr>
        <p:spPr>
          <a:xfrm>
            <a:off x="8115300" y="3063240"/>
            <a:ext cx="1554480" cy="640080"/>
          </a:xfrm>
          <a:prstGeom prst="rect">
            <a:avLst/>
          </a:prstGeom>
          <a:noFill/>
          <a:ln/>
        </p:spPr>
        <p:txBody>
          <a:bodyPr wrap="square" lIns="0" tIns="0" rIns="0" bIns="0" rtlCol="0" anchor="ctr"/>
          <a:lstStyle/>
          <a:p>
            <a:pPr algn="ctr"/>
            <a:r>
              <a:rPr lang="en-US" sz="1100">
                <a:solidFill>
                  <a:srgbClr val="6B7280"/>
                </a:solidFill>
                <a:ea typeface="Calibri"/>
                <a:cs typeface="Calibri"/>
              </a:rPr>
              <a:t>Select seat </a:t>
            </a:r>
            <a:r>
              <a:rPr lang="en-US" sz="1100" err="1">
                <a:solidFill>
                  <a:srgbClr val="6B7280"/>
                </a:solidFill>
                <a:ea typeface="Calibri"/>
                <a:cs typeface="Calibri"/>
              </a:rPr>
              <a:t>accroding</a:t>
            </a:r>
            <a:r>
              <a:rPr lang="en-US" sz="1100">
                <a:solidFill>
                  <a:srgbClr val="6B7280"/>
                </a:solidFill>
                <a:ea typeface="Calibri"/>
                <a:cs typeface="Calibri"/>
              </a:rPr>
              <a:t> to preference</a:t>
            </a:r>
          </a:p>
        </p:txBody>
      </p:sp>
      <p:sp>
        <p:nvSpPr>
          <p:cNvPr id="28" name="Shape 26"/>
          <p:cNvSpPr/>
          <p:nvPr/>
        </p:nvSpPr>
        <p:spPr>
          <a:xfrm>
            <a:off x="9761220" y="2240280"/>
            <a:ext cx="137160" cy="0"/>
          </a:xfrm>
          <a:prstGeom prst="line">
            <a:avLst/>
          </a:prstGeom>
          <a:noFill/>
          <a:ln w="25400">
            <a:solidFill>
              <a:srgbClr val="F4A261"/>
            </a:solidFill>
            <a:prstDash val="solid"/>
            <a:tailEnd type="triangle"/>
          </a:ln>
        </p:spPr>
      </p:sp>
      <p:sp>
        <p:nvSpPr>
          <p:cNvPr id="29" name="Shape 27"/>
          <p:cNvSpPr/>
          <p:nvPr/>
        </p:nvSpPr>
        <p:spPr>
          <a:xfrm>
            <a:off x="10447020" y="1920240"/>
            <a:ext cx="640080" cy="640080"/>
          </a:xfrm>
          <a:prstGeom prst="ellipse">
            <a:avLst/>
          </a:prstGeom>
          <a:solidFill>
            <a:srgbClr val="0B2545"/>
          </a:solidFill>
          <a:ln w="12700">
            <a:solidFill>
              <a:srgbClr val="0B2545"/>
            </a:solidFill>
            <a:prstDash val="solid"/>
          </a:ln>
        </p:spPr>
      </p:sp>
      <p:sp>
        <p:nvSpPr>
          <p:cNvPr id="30" name="Text 28"/>
          <p:cNvSpPr/>
          <p:nvPr/>
        </p:nvSpPr>
        <p:spPr>
          <a:xfrm>
            <a:off x="10447020" y="1920240"/>
            <a:ext cx="640080" cy="640080"/>
          </a:xfrm>
          <a:prstGeom prst="rect">
            <a:avLst/>
          </a:prstGeom>
          <a:noFill/>
          <a:ln/>
        </p:spPr>
        <p:txBody>
          <a:bodyPr wrap="square" lIns="0" tIns="0" rIns="0" bIns="0" rtlCol="0" anchor="ctr"/>
          <a:lstStyle/>
          <a:p>
            <a:pPr marL="0" indent="0" algn="ctr">
              <a:buNone/>
            </a:pPr>
            <a:r>
              <a:rPr lang="en-US" sz="2200" b="1">
                <a:solidFill>
                  <a:srgbClr val="F4A261"/>
                </a:solidFill>
                <a:latin typeface="Georgia" pitchFamily="34" charset="0"/>
                <a:ea typeface="Georgia" pitchFamily="34" charset="-122"/>
                <a:cs typeface="Georgia" pitchFamily="34" charset="-120"/>
              </a:rPr>
              <a:t>6</a:t>
            </a:r>
            <a:endParaRPr lang="en-US" sz="2200"/>
          </a:p>
        </p:txBody>
      </p:sp>
      <p:sp>
        <p:nvSpPr>
          <p:cNvPr id="31" name="Text 29"/>
          <p:cNvSpPr/>
          <p:nvPr/>
        </p:nvSpPr>
        <p:spPr>
          <a:xfrm>
            <a:off x="6195327" y="2697480"/>
            <a:ext cx="1737360" cy="365760"/>
          </a:xfrm>
          <a:prstGeom prst="rect">
            <a:avLst/>
          </a:prstGeom>
          <a:noFill/>
          <a:ln/>
        </p:spPr>
        <p:txBody>
          <a:bodyPr wrap="square" lIns="0" tIns="0" rIns="0" bIns="0" rtlCol="0" anchor="ctr"/>
          <a:lstStyle/>
          <a:p>
            <a:pPr algn="ctr"/>
            <a:r>
              <a:rPr lang="en-US" sz="1500" b="1">
                <a:solidFill>
                  <a:srgbClr val="0B2545"/>
                </a:solidFill>
                <a:latin typeface="Georgia"/>
              </a:rPr>
              <a:t>Passenger &amp; Payment</a:t>
            </a:r>
            <a:endParaRPr lang="en-US" sz="1500"/>
          </a:p>
        </p:txBody>
      </p:sp>
      <p:sp>
        <p:nvSpPr>
          <p:cNvPr id="32" name="Text 30"/>
          <p:cNvSpPr/>
          <p:nvPr/>
        </p:nvSpPr>
        <p:spPr>
          <a:xfrm>
            <a:off x="9989820" y="3063240"/>
            <a:ext cx="1554480" cy="640080"/>
          </a:xfrm>
          <a:prstGeom prst="rect">
            <a:avLst/>
          </a:prstGeom>
          <a:noFill/>
          <a:ln/>
        </p:spPr>
        <p:txBody>
          <a:bodyPr wrap="square" lIns="0" tIns="0" rIns="0" bIns="0" rtlCol="0" anchor="ctr"/>
          <a:lstStyle/>
          <a:p>
            <a:pPr marL="0" indent="0" algn="ctr">
              <a:buNone/>
            </a:pPr>
            <a:r>
              <a:rPr lang="en-US" sz="1100">
                <a:solidFill>
                  <a:srgbClr val="6B7280"/>
                </a:solidFill>
                <a:latin typeface="Calibri" pitchFamily="34" charset="0"/>
                <a:ea typeface="Calibri" pitchFamily="34" charset="-122"/>
                <a:cs typeface="Calibri" pitchFamily="34" charset="-120"/>
              </a:rPr>
              <a:t>Review + confirmation screen.</a:t>
            </a:r>
            <a:endParaRPr lang="en-US" sz="1100"/>
          </a:p>
        </p:txBody>
      </p:sp>
      <p:sp>
        <p:nvSpPr>
          <p:cNvPr id="33" name="Shape 31"/>
          <p:cNvSpPr/>
          <p:nvPr/>
        </p:nvSpPr>
        <p:spPr>
          <a:xfrm>
            <a:off x="548640" y="4480560"/>
            <a:ext cx="11064240" cy="1828800"/>
          </a:xfrm>
          <a:prstGeom prst="rect">
            <a:avLst/>
          </a:prstGeom>
          <a:solidFill>
            <a:srgbClr val="F7F3EE"/>
          </a:solidFill>
          <a:ln w="12700">
            <a:solidFill>
              <a:srgbClr val="F7F3EE"/>
            </a:solidFill>
            <a:prstDash val="solid"/>
          </a:ln>
        </p:spPr>
      </p:sp>
      <p:sp>
        <p:nvSpPr>
          <p:cNvPr id="34" name="Shape 32"/>
          <p:cNvSpPr/>
          <p:nvPr/>
        </p:nvSpPr>
        <p:spPr>
          <a:xfrm>
            <a:off x="548640" y="4480560"/>
            <a:ext cx="73152" cy="1828800"/>
          </a:xfrm>
          <a:prstGeom prst="rect">
            <a:avLst/>
          </a:prstGeom>
          <a:solidFill>
            <a:srgbClr val="F4A261"/>
          </a:solidFill>
          <a:ln w="12700">
            <a:solidFill>
              <a:srgbClr val="F4A261"/>
            </a:solidFill>
            <a:prstDash val="solid"/>
          </a:ln>
        </p:spPr>
      </p:sp>
      <p:pic>
        <p:nvPicPr>
          <p:cNvPr id="35" name="Image 0" descr="preencoded.png"/>
          <p:cNvPicPr>
            <a:picLocks noChangeAspect="1"/>
          </p:cNvPicPr>
          <p:nvPr/>
        </p:nvPicPr>
        <p:blipFill>
          <a:blip r:embed="rId3"/>
          <a:stretch>
            <a:fillRect/>
          </a:stretch>
        </p:blipFill>
        <p:spPr>
          <a:xfrm>
            <a:off x="822960" y="4663440"/>
            <a:ext cx="365760" cy="365760"/>
          </a:xfrm>
          <a:prstGeom prst="rect">
            <a:avLst/>
          </a:prstGeom>
        </p:spPr>
      </p:pic>
      <p:sp>
        <p:nvSpPr>
          <p:cNvPr id="36" name="Text 33"/>
          <p:cNvSpPr/>
          <p:nvPr/>
        </p:nvSpPr>
        <p:spPr>
          <a:xfrm>
            <a:off x="1280160" y="4645152"/>
            <a:ext cx="10058400" cy="365760"/>
          </a:xfrm>
          <a:prstGeom prst="rect">
            <a:avLst/>
          </a:prstGeom>
          <a:noFill/>
          <a:ln/>
        </p:spPr>
        <p:txBody>
          <a:bodyPr wrap="square" lIns="0" tIns="0" rIns="0" bIns="0" rtlCol="0" anchor="ctr"/>
          <a:lstStyle/>
          <a:p>
            <a:pPr marL="0" indent="0">
              <a:buNone/>
            </a:pPr>
            <a:r>
              <a:rPr lang="en-US" sz="1600" b="1">
                <a:solidFill>
                  <a:srgbClr val="0B2545"/>
                </a:solidFill>
                <a:latin typeface="Georgia" pitchFamily="34" charset="0"/>
                <a:ea typeface="Georgia" pitchFamily="34" charset="-122"/>
                <a:cs typeface="Georgia" pitchFamily="34" charset="-120"/>
              </a:rPr>
              <a:t>What makes this flow different</a:t>
            </a:r>
            <a:endParaRPr lang="en-US" sz="1600"/>
          </a:p>
        </p:txBody>
      </p:sp>
      <p:sp>
        <p:nvSpPr>
          <p:cNvPr id="37" name="Text 34"/>
          <p:cNvSpPr/>
          <p:nvPr/>
        </p:nvSpPr>
        <p:spPr>
          <a:xfrm>
            <a:off x="822960" y="5120640"/>
            <a:ext cx="10515600" cy="1143000"/>
          </a:xfrm>
          <a:prstGeom prst="rect">
            <a:avLst/>
          </a:prstGeom>
          <a:noFill/>
          <a:ln/>
        </p:spPr>
        <p:txBody>
          <a:bodyPr wrap="square" lIns="0" tIns="0" rIns="0" bIns="0" rtlCol="0" anchor="ctr"/>
          <a:lstStyle/>
          <a:p>
            <a:pPr marL="0" indent="0">
              <a:buNone/>
            </a:pPr>
            <a:r>
              <a:rPr lang="en-US" sz="1300">
                <a:solidFill>
                  <a:srgbClr val="1A1A1A"/>
                </a:solidFill>
                <a:latin typeface="Calibri" pitchFamily="34" charset="0"/>
                <a:ea typeface="Calibri" pitchFamily="34" charset="-122"/>
                <a:cs typeface="Calibri" pitchFamily="34" charset="-120"/>
              </a:rPr>
              <a:t>The progress bar is always visible, the price summary stays on the right, and optional steps (seats, extras) can be skipped without losing context. Users never feel trapped in a funnel.</a:t>
            </a:r>
            <a:endParaRPr lang="en-US" sz="1300"/>
          </a:p>
        </p:txBody>
      </p:sp>
      <p:sp>
        <p:nvSpPr>
          <p:cNvPr id="38" name="Shape 35"/>
          <p:cNvSpPr/>
          <p:nvPr/>
        </p:nvSpPr>
        <p:spPr>
          <a:xfrm>
            <a:off x="0" y="6537960"/>
            <a:ext cx="12161520" cy="320040"/>
          </a:xfrm>
          <a:prstGeom prst="rect">
            <a:avLst/>
          </a:prstGeom>
          <a:solidFill>
            <a:srgbClr val="0B2545"/>
          </a:solidFill>
          <a:ln w="12700">
            <a:solidFill>
              <a:srgbClr val="0B2545"/>
            </a:solidFill>
            <a:prstDash val="solid"/>
          </a:ln>
        </p:spPr>
      </p:sp>
      <p:sp>
        <p:nvSpPr>
          <p:cNvPr id="39" name="Text 36"/>
          <p:cNvSpPr/>
          <p:nvPr/>
        </p:nvSpPr>
        <p:spPr>
          <a:xfrm>
            <a:off x="457200" y="6547104"/>
            <a:ext cx="7315200" cy="301752"/>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Group 6  •  COSC 3P94  •  Airline Website</a:t>
            </a:r>
            <a:endParaRPr lang="en-US" sz="1000"/>
          </a:p>
        </p:txBody>
      </p:sp>
      <p:sp>
        <p:nvSpPr>
          <p:cNvPr id="40" name="Text 37"/>
          <p:cNvSpPr/>
          <p:nvPr/>
        </p:nvSpPr>
        <p:spPr>
          <a:xfrm>
            <a:off x="10789920" y="6547104"/>
            <a:ext cx="914400" cy="301752"/>
          </a:xfrm>
          <a:prstGeom prst="rect">
            <a:avLst/>
          </a:prstGeom>
          <a:noFill/>
          <a:ln/>
        </p:spPr>
        <p:txBody>
          <a:bodyPr wrap="square" lIns="0" tIns="0" rIns="0" bIns="0" rtlCol="0" anchor="ctr"/>
          <a:lstStyle/>
          <a:p>
            <a:pPr marL="0" indent="0" algn="r">
              <a:buNone/>
            </a:pPr>
            <a:r>
              <a:rPr lang="en-US" sz="1000">
                <a:solidFill>
                  <a:srgbClr val="FFFFFF"/>
                </a:solidFill>
                <a:latin typeface="Calibri" pitchFamily="34" charset="0"/>
                <a:ea typeface="Calibri" pitchFamily="34" charset="-122"/>
                <a:cs typeface="Calibri" pitchFamily="34" charset="-120"/>
              </a:rPr>
              <a:t>9 / 13</a:t>
            </a:r>
            <a:endParaRPr lang="en-US" sz="1000"/>
          </a:p>
        </p:txBody>
      </p:sp>
      <p:sp>
        <p:nvSpPr>
          <p:cNvPr id="41" name="Text 14">
            <a:extLst>
              <a:ext uri="{FF2B5EF4-FFF2-40B4-BE49-F238E27FC236}">
                <a16:creationId xmlns:a16="http://schemas.microsoft.com/office/drawing/2014/main" id="{C5BD9EAD-8E1C-ABD1-EDF6-4434B9331BD9}"/>
              </a:ext>
            </a:extLst>
          </p:cNvPr>
          <p:cNvSpPr/>
          <p:nvPr/>
        </p:nvSpPr>
        <p:spPr>
          <a:xfrm>
            <a:off x="4301556" y="2697480"/>
            <a:ext cx="1737360" cy="365760"/>
          </a:xfrm>
          <a:prstGeom prst="rect">
            <a:avLst/>
          </a:prstGeom>
          <a:noFill/>
          <a:ln/>
        </p:spPr>
        <p:txBody>
          <a:bodyPr wrap="square" lIns="0" tIns="0" rIns="0" bIns="0" rtlCol="0" anchor="ctr"/>
          <a:lstStyle/>
          <a:p>
            <a:pPr algn="ctr"/>
            <a:r>
              <a:rPr lang="en-US" sz="1500" b="1">
                <a:solidFill>
                  <a:srgbClr val="0B2545"/>
                </a:solidFill>
                <a:latin typeface="Georgia"/>
              </a:rPr>
              <a:t>Choose Fare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100" b="1" kern="0" spc="400">
                <a:solidFill>
                  <a:srgbClr val="F4A261"/>
                </a:solidFill>
                <a:latin typeface="Calibri" pitchFamily="34" charset="0"/>
                <a:ea typeface="Calibri" pitchFamily="34" charset="-122"/>
                <a:cs typeface="Calibri" pitchFamily="34" charset="-120"/>
              </a:rPr>
              <a:t>STAGE 3  •  PEER FEEDBACK</a:t>
            </a:r>
            <a:endParaRPr lang="en-US" sz="110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000" b="1">
                <a:solidFill>
                  <a:srgbClr val="0B2545"/>
                </a:solidFill>
                <a:latin typeface="Georgia" pitchFamily="34" charset="0"/>
                <a:ea typeface="Georgia" pitchFamily="34" charset="-122"/>
                <a:cs typeface="Georgia" pitchFamily="34" charset="-120"/>
              </a:rPr>
              <a:t>Themes from the critiques we received</a:t>
            </a:r>
            <a:endParaRPr lang="en-US" sz="3000"/>
          </a:p>
        </p:txBody>
      </p:sp>
      <p:sp>
        <p:nvSpPr>
          <p:cNvPr id="4" name="Text 2"/>
          <p:cNvSpPr/>
          <p:nvPr/>
        </p:nvSpPr>
        <p:spPr>
          <a:xfrm>
            <a:off x="548640" y="1737360"/>
            <a:ext cx="11064240" cy="640080"/>
          </a:xfrm>
          <a:prstGeom prst="rect">
            <a:avLst/>
          </a:prstGeom>
          <a:noFill/>
          <a:ln/>
        </p:spPr>
        <p:txBody>
          <a:bodyPr wrap="square" lIns="0" tIns="0" rIns="0" bIns="0" rtlCol="0" anchor="ctr"/>
          <a:lstStyle/>
          <a:p>
            <a:pPr marL="0" indent="0">
              <a:buNone/>
            </a:pPr>
            <a:r>
              <a:rPr lang="en-US" sz="1300" i="1">
                <a:solidFill>
                  <a:srgbClr val="1A1A1A"/>
                </a:solidFill>
                <a:latin typeface="Calibri" pitchFamily="34" charset="0"/>
                <a:ea typeface="Calibri" pitchFamily="34" charset="-122"/>
                <a:cs typeface="Calibri" pitchFamily="34" charset="-120"/>
              </a:rPr>
              <a:t>After Stage 2, other groups reviewed our prototype and highlighted four recurring areas for improvement. We grouped their feedback into themes before deciding what to change.</a:t>
            </a:r>
            <a:endParaRPr lang="en-US" sz="1300"/>
          </a:p>
        </p:txBody>
      </p:sp>
      <p:sp>
        <p:nvSpPr>
          <p:cNvPr id="5" name="Shape 3"/>
          <p:cNvSpPr/>
          <p:nvPr/>
        </p:nvSpPr>
        <p:spPr>
          <a:xfrm>
            <a:off x="480060" y="2541337"/>
            <a:ext cx="5486400" cy="1920240"/>
          </a:xfrm>
          <a:prstGeom prst="rect">
            <a:avLst/>
          </a:prstGeom>
          <a:solidFill>
            <a:srgbClr val="FFFFFF"/>
          </a:solidFill>
          <a:ln w="12700">
            <a:solidFill>
              <a:srgbClr val="E5E7EB"/>
            </a:solidFill>
            <a:prstDash val="solid"/>
          </a:ln>
        </p:spPr>
      </p:sp>
      <p:sp>
        <p:nvSpPr>
          <p:cNvPr id="6" name="Shape 4"/>
          <p:cNvSpPr/>
          <p:nvPr/>
        </p:nvSpPr>
        <p:spPr>
          <a:xfrm>
            <a:off x="480060" y="2514600"/>
            <a:ext cx="91440" cy="1920240"/>
          </a:xfrm>
          <a:prstGeom prst="rect">
            <a:avLst/>
          </a:prstGeom>
          <a:solidFill>
            <a:srgbClr val="E76F51"/>
          </a:solidFill>
          <a:ln w="12700">
            <a:solidFill>
              <a:srgbClr val="E76F51"/>
            </a:solidFill>
            <a:prstDash val="solid"/>
          </a:ln>
        </p:spPr>
      </p:sp>
      <p:pic>
        <p:nvPicPr>
          <p:cNvPr id="7" name="Image 0" descr="preencoded.png"/>
          <p:cNvPicPr>
            <a:picLocks noChangeAspect="1"/>
          </p:cNvPicPr>
          <p:nvPr/>
        </p:nvPicPr>
        <p:blipFill>
          <a:blip r:embed="rId3"/>
          <a:stretch>
            <a:fillRect/>
          </a:stretch>
        </p:blipFill>
        <p:spPr>
          <a:xfrm>
            <a:off x="800100" y="2788920"/>
            <a:ext cx="457200" cy="457200"/>
          </a:xfrm>
          <a:prstGeom prst="rect">
            <a:avLst/>
          </a:prstGeom>
        </p:spPr>
      </p:pic>
      <p:sp>
        <p:nvSpPr>
          <p:cNvPr id="8" name="Text 5"/>
          <p:cNvSpPr/>
          <p:nvPr/>
        </p:nvSpPr>
        <p:spPr>
          <a:xfrm>
            <a:off x="1394460" y="2743200"/>
            <a:ext cx="4389120" cy="502920"/>
          </a:xfrm>
          <a:prstGeom prst="rect">
            <a:avLst/>
          </a:prstGeom>
          <a:noFill/>
          <a:ln/>
        </p:spPr>
        <p:txBody>
          <a:bodyPr wrap="square" lIns="0" tIns="0" rIns="0" bIns="0" rtlCol="0" anchor="ctr"/>
          <a:lstStyle/>
          <a:p>
            <a:pPr marL="0" indent="0">
              <a:buNone/>
            </a:pPr>
            <a:r>
              <a:rPr lang="en-US" sz="1800" b="1">
                <a:solidFill>
                  <a:srgbClr val="0B2545"/>
                </a:solidFill>
                <a:latin typeface="Georgia" pitchFamily="34" charset="0"/>
                <a:ea typeface="Georgia" pitchFamily="34" charset="-122"/>
                <a:cs typeface="Georgia" pitchFamily="34" charset="-120"/>
              </a:rPr>
              <a:t>Visual design</a:t>
            </a:r>
            <a:endParaRPr lang="en-US" sz="1800"/>
          </a:p>
        </p:txBody>
      </p:sp>
      <p:sp>
        <p:nvSpPr>
          <p:cNvPr id="9" name="Text 6"/>
          <p:cNvSpPr/>
          <p:nvPr/>
        </p:nvSpPr>
        <p:spPr>
          <a:xfrm>
            <a:off x="800100" y="3383280"/>
            <a:ext cx="4937760" cy="960120"/>
          </a:xfrm>
          <a:prstGeom prst="rect">
            <a:avLst/>
          </a:prstGeom>
          <a:noFill/>
          <a:ln/>
        </p:spPr>
        <p:txBody>
          <a:bodyPr wrap="square" lIns="0" tIns="0" rIns="0" bIns="0" rtlCol="0" anchor="ctr"/>
          <a:lstStyle/>
          <a:p>
            <a:pPr marL="0" indent="0">
              <a:buNone/>
            </a:pPr>
            <a:r>
              <a:rPr lang="en-US" sz="1200">
                <a:solidFill>
                  <a:srgbClr val="1A1A1A"/>
                </a:solidFill>
                <a:latin typeface="Calibri" pitchFamily="34" charset="0"/>
                <a:ea typeface="Calibri" pitchFamily="34" charset="-122"/>
                <a:cs typeface="Calibri" pitchFamily="34" charset="-120"/>
              </a:rPr>
              <a:t>Interface felt grey and text-heavy. Low contrast made it hard to find the important elements on each page.</a:t>
            </a:r>
            <a:endParaRPr lang="en-US" sz="1200"/>
          </a:p>
        </p:txBody>
      </p:sp>
      <p:sp>
        <p:nvSpPr>
          <p:cNvPr id="10" name="Shape 7"/>
          <p:cNvSpPr/>
          <p:nvPr/>
        </p:nvSpPr>
        <p:spPr>
          <a:xfrm>
            <a:off x="6195060" y="2514600"/>
            <a:ext cx="5486400" cy="1920240"/>
          </a:xfrm>
          <a:prstGeom prst="rect">
            <a:avLst/>
          </a:prstGeom>
          <a:solidFill>
            <a:srgbClr val="FFFFFF"/>
          </a:solidFill>
          <a:ln w="12700">
            <a:solidFill>
              <a:srgbClr val="E5E7EB"/>
            </a:solidFill>
            <a:prstDash val="solid"/>
          </a:ln>
        </p:spPr>
      </p:sp>
      <p:sp>
        <p:nvSpPr>
          <p:cNvPr id="11" name="Shape 8"/>
          <p:cNvSpPr/>
          <p:nvPr/>
        </p:nvSpPr>
        <p:spPr>
          <a:xfrm>
            <a:off x="6195060" y="2514600"/>
            <a:ext cx="91440" cy="1920240"/>
          </a:xfrm>
          <a:prstGeom prst="rect">
            <a:avLst/>
          </a:prstGeom>
          <a:solidFill>
            <a:srgbClr val="E76F51"/>
          </a:solidFill>
          <a:ln w="12700">
            <a:solidFill>
              <a:srgbClr val="E76F51"/>
            </a:solidFill>
            <a:prstDash val="solid"/>
          </a:ln>
        </p:spPr>
      </p:sp>
      <p:pic>
        <p:nvPicPr>
          <p:cNvPr id="12" name="Image 1" descr="preencoded.png"/>
          <p:cNvPicPr>
            <a:picLocks noChangeAspect="1"/>
          </p:cNvPicPr>
          <p:nvPr/>
        </p:nvPicPr>
        <p:blipFill>
          <a:blip r:embed="rId4"/>
          <a:stretch>
            <a:fillRect/>
          </a:stretch>
        </p:blipFill>
        <p:spPr>
          <a:xfrm>
            <a:off x="6515100" y="2788920"/>
            <a:ext cx="457200" cy="457200"/>
          </a:xfrm>
          <a:prstGeom prst="rect">
            <a:avLst/>
          </a:prstGeom>
        </p:spPr>
      </p:pic>
      <p:sp>
        <p:nvSpPr>
          <p:cNvPr id="13" name="Text 9"/>
          <p:cNvSpPr/>
          <p:nvPr/>
        </p:nvSpPr>
        <p:spPr>
          <a:xfrm>
            <a:off x="7109460" y="2743200"/>
            <a:ext cx="4389120" cy="502920"/>
          </a:xfrm>
          <a:prstGeom prst="rect">
            <a:avLst/>
          </a:prstGeom>
          <a:noFill/>
          <a:ln/>
        </p:spPr>
        <p:txBody>
          <a:bodyPr wrap="square" lIns="0" tIns="0" rIns="0" bIns="0" rtlCol="0" anchor="ctr"/>
          <a:lstStyle/>
          <a:p>
            <a:pPr marL="0" indent="0">
              <a:buNone/>
            </a:pPr>
            <a:r>
              <a:rPr lang="en-US" sz="1800" b="1">
                <a:solidFill>
                  <a:srgbClr val="0B2545"/>
                </a:solidFill>
                <a:latin typeface="Georgia" pitchFamily="34" charset="0"/>
                <a:ea typeface="Georgia" pitchFamily="34" charset="-122"/>
                <a:cs typeface="Georgia" pitchFamily="34" charset="-120"/>
              </a:rPr>
              <a:t>Navigation</a:t>
            </a:r>
            <a:endParaRPr lang="en-US" sz="1800"/>
          </a:p>
        </p:txBody>
      </p:sp>
      <p:sp>
        <p:nvSpPr>
          <p:cNvPr id="14" name="Text 10"/>
          <p:cNvSpPr/>
          <p:nvPr/>
        </p:nvSpPr>
        <p:spPr>
          <a:xfrm>
            <a:off x="6515100" y="3383280"/>
            <a:ext cx="4937760" cy="960120"/>
          </a:xfrm>
          <a:prstGeom prst="rect">
            <a:avLst/>
          </a:prstGeom>
          <a:noFill/>
          <a:ln/>
        </p:spPr>
        <p:txBody>
          <a:bodyPr wrap="square" lIns="0" tIns="0" rIns="0" bIns="0" rtlCol="0" anchor="ctr"/>
          <a:lstStyle/>
          <a:p>
            <a:pPr marL="0" indent="0">
              <a:buNone/>
            </a:pPr>
            <a:r>
              <a:rPr lang="en-US" sz="1200">
                <a:solidFill>
                  <a:srgbClr val="1A1A1A"/>
                </a:solidFill>
                <a:latin typeface="Calibri" pitchFamily="34" charset="0"/>
                <a:ea typeface="Calibri" pitchFamily="34" charset="-122"/>
                <a:cs typeface="Calibri" pitchFamily="34" charset="-120"/>
              </a:rPr>
              <a:t>No back button in the flow. Progress-bar steps were not directly clickable, and Edit Search did not always restore previous inputs.</a:t>
            </a:r>
            <a:endParaRPr lang="en-US" sz="1200"/>
          </a:p>
        </p:txBody>
      </p:sp>
      <p:sp>
        <p:nvSpPr>
          <p:cNvPr id="15" name="Shape 11"/>
          <p:cNvSpPr/>
          <p:nvPr/>
        </p:nvSpPr>
        <p:spPr>
          <a:xfrm>
            <a:off x="480060" y="4617720"/>
            <a:ext cx="5486400" cy="1920240"/>
          </a:xfrm>
          <a:prstGeom prst="rect">
            <a:avLst/>
          </a:prstGeom>
          <a:solidFill>
            <a:srgbClr val="FFFFFF"/>
          </a:solidFill>
          <a:ln w="12700">
            <a:solidFill>
              <a:srgbClr val="E5E7EB"/>
            </a:solidFill>
            <a:prstDash val="solid"/>
          </a:ln>
        </p:spPr>
      </p:sp>
      <p:sp>
        <p:nvSpPr>
          <p:cNvPr id="16" name="Shape 12"/>
          <p:cNvSpPr/>
          <p:nvPr/>
        </p:nvSpPr>
        <p:spPr>
          <a:xfrm>
            <a:off x="480060" y="4617720"/>
            <a:ext cx="91440" cy="1920240"/>
          </a:xfrm>
          <a:prstGeom prst="rect">
            <a:avLst/>
          </a:prstGeom>
          <a:solidFill>
            <a:srgbClr val="E76F51"/>
          </a:solidFill>
          <a:ln w="12700">
            <a:solidFill>
              <a:srgbClr val="E76F51"/>
            </a:solidFill>
            <a:prstDash val="solid"/>
          </a:ln>
        </p:spPr>
      </p:sp>
      <p:pic>
        <p:nvPicPr>
          <p:cNvPr id="17" name="Image 2" descr="preencoded.png"/>
          <p:cNvPicPr>
            <a:picLocks noChangeAspect="1"/>
          </p:cNvPicPr>
          <p:nvPr/>
        </p:nvPicPr>
        <p:blipFill>
          <a:blip r:embed="rId5"/>
          <a:stretch>
            <a:fillRect/>
          </a:stretch>
        </p:blipFill>
        <p:spPr>
          <a:xfrm>
            <a:off x="800100" y="4892040"/>
            <a:ext cx="457200" cy="457200"/>
          </a:xfrm>
          <a:prstGeom prst="rect">
            <a:avLst/>
          </a:prstGeom>
        </p:spPr>
      </p:pic>
      <p:sp>
        <p:nvSpPr>
          <p:cNvPr id="18" name="Text 13"/>
          <p:cNvSpPr/>
          <p:nvPr/>
        </p:nvSpPr>
        <p:spPr>
          <a:xfrm>
            <a:off x="1394460" y="4846320"/>
            <a:ext cx="4389120" cy="502920"/>
          </a:xfrm>
          <a:prstGeom prst="rect">
            <a:avLst/>
          </a:prstGeom>
          <a:noFill/>
          <a:ln/>
        </p:spPr>
        <p:txBody>
          <a:bodyPr wrap="square" lIns="0" tIns="0" rIns="0" bIns="0" rtlCol="0" anchor="ctr"/>
          <a:lstStyle/>
          <a:p>
            <a:pPr marL="0" indent="0">
              <a:buNone/>
            </a:pPr>
            <a:r>
              <a:rPr lang="en-US" sz="1800" b="1">
                <a:solidFill>
                  <a:srgbClr val="0B2545"/>
                </a:solidFill>
                <a:latin typeface="Georgia" pitchFamily="34" charset="0"/>
                <a:ea typeface="Georgia" pitchFamily="34" charset="-122"/>
                <a:cs typeface="Georgia" pitchFamily="34" charset="-120"/>
              </a:rPr>
              <a:t>Missing features</a:t>
            </a:r>
            <a:endParaRPr lang="en-US" sz="1800"/>
          </a:p>
        </p:txBody>
      </p:sp>
      <p:sp>
        <p:nvSpPr>
          <p:cNvPr id="19" name="Text 14"/>
          <p:cNvSpPr/>
          <p:nvPr/>
        </p:nvSpPr>
        <p:spPr>
          <a:xfrm>
            <a:off x="800100" y="5486400"/>
            <a:ext cx="4937760" cy="960120"/>
          </a:xfrm>
          <a:prstGeom prst="rect">
            <a:avLst/>
          </a:prstGeom>
          <a:noFill/>
          <a:ln/>
        </p:spPr>
        <p:txBody>
          <a:bodyPr wrap="square" lIns="0" tIns="0" rIns="0" bIns="0" rtlCol="0" anchor="ctr"/>
          <a:lstStyle/>
          <a:p>
            <a:r>
              <a:rPr lang="en-US" sz="1200">
                <a:solidFill>
                  <a:srgbClr val="1A1A1A"/>
                </a:solidFill>
                <a:latin typeface="Calibri"/>
                <a:ea typeface="Calibri"/>
                <a:cs typeface="Calibri"/>
              </a:rPr>
              <a:t>No login confirmation screen, and limited help/support surfaces throughout the flow.</a:t>
            </a:r>
            <a:endParaRPr lang="en-US" sz="1200">
              <a:latin typeface="Calibri"/>
              <a:ea typeface="Calibri"/>
              <a:cs typeface="Calibri"/>
            </a:endParaRPr>
          </a:p>
        </p:txBody>
      </p:sp>
      <p:sp>
        <p:nvSpPr>
          <p:cNvPr id="20" name="Shape 15"/>
          <p:cNvSpPr/>
          <p:nvPr/>
        </p:nvSpPr>
        <p:spPr>
          <a:xfrm>
            <a:off x="6195060" y="4631088"/>
            <a:ext cx="5486400" cy="1920240"/>
          </a:xfrm>
          <a:prstGeom prst="rect">
            <a:avLst/>
          </a:prstGeom>
          <a:solidFill>
            <a:srgbClr val="FFFFFF"/>
          </a:solidFill>
          <a:ln w="12700">
            <a:solidFill>
              <a:srgbClr val="E5E7EB"/>
            </a:solidFill>
            <a:prstDash val="solid"/>
          </a:ln>
        </p:spPr>
      </p:sp>
      <p:sp>
        <p:nvSpPr>
          <p:cNvPr id="21" name="Shape 16"/>
          <p:cNvSpPr/>
          <p:nvPr/>
        </p:nvSpPr>
        <p:spPr>
          <a:xfrm>
            <a:off x="6195060" y="4617720"/>
            <a:ext cx="91440" cy="1920240"/>
          </a:xfrm>
          <a:prstGeom prst="rect">
            <a:avLst/>
          </a:prstGeom>
          <a:solidFill>
            <a:srgbClr val="E76F51"/>
          </a:solidFill>
          <a:ln w="12700">
            <a:solidFill>
              <a:srgbClr val="E76F51"/>
            </a:solidFill>
            <a:prstDash val="solid"/>
          </a:ln>
        </p:spPr>
      </p:sp>
      <p:pic>
        <p:nvPicPr>
          <p:cNvPr id="22" name="Image 3" descr="preencoded.png"/>
          <p:cNvPicPr>
            <a:picLocks noChangeAspect="1"/>
          </p:cNvPicPr>
          <p:nvPr/>
        </p:nvPicPr>
        <p:blipFill>
          <a:blip r:embed="rId6"/>
          <a:stretch>
            <a:fillRect/>
          </a:stretch>
        </p:blipFill>
        <p:spPr>
          <a:xfrm>
            <a:off x="6515100" y="4892040"/>
            <a:ext cx="457200" cy="457200"/>
          </a:xfrm>
          <a:prstGeom prst="rect">
            <a:avLst/>
          </a:prstGeom>
        </p:spPr>
      </p:pic>
      <p:sp>
        <p:nvSpPr>
          <p:cNvPr id="23" name="Text 17"/>
          <p:cNvSpPr/>
          <p:nvPr/>
        </p:nvSpPr>
        <p:spPr>
          <a:xfrm>
            <a:off x="7109460" y="4846320"/>
            <a:ext cx="4389120" cy="502920"/>
          </a:xfrm>
          <a:prstGeom prst="rect">
            <a:avLst/>
          </a:prstGeom>
          <a:noFill/>
          <a:ln/>
        </p:spPr>
        <p:txBody>
          <a:bodyPr wrap="square" lIns="0" tIns="0" rIns="0" bIns="0" rtlCol="0" anchor="ctr"/>
          <a:lstStyle/>
          <a:p>
            <a:pPr marL="0" indent="0">
              <a:buNone/>
            </a:pPr>
            <a:r>
              <a:rPr lang="en-US" b="1">
                <a:solidFill>
                  <a:srgbClr val="0B2545"/>
                </a:solidFill>
                <a:latin typeface="Georgia"/>
              </a:rPr>
              <a:t>Content</a:t>
            </a:r>
            <a:endParaRPr lang="en-US" sz="1800" b="1">
              <a:solidFill>
                <a:srgbClr val="0B2545"/>
              </a:solidFill>
              <a:latin typeface="Georgia"/>
            </a:endParaRPr>
          </a:p>
        </p:txBody>
      </p:sp>
      <p:sp>
        <p:nvSpPr>
          <p:cNvPr id="24" name="Text 18"/>
          <p:cNvSpPr/>
          <p:nvPr/>
        </p:nvSpPr>
        <p:spPr>
          <a:xfrm>
            <a:off x="6515100" y="5486400"/>
            <a:ext cx="4937760" cy="960120"/>
          </a:xfrm>
          <a:prstGeom prst="rect">
            <a:avLst/>
          </a:prstGeom>
          <a:noFill/>
          <a:ln/>
        </p:spPr>
        <p:txBody>
          <a:bodyPr wrap="square" lIns="0" tIns="0" rIns="0" bIns="0" rtlCol="0" anchor="ctr"/>
          <a:lstStyle/>
          <a:p>
            <a:r>
              <a:rPr lang="en-US" sz="1200">
                <a:solidFill>
                  <a:srgbClr val="1A1A1A"/>
                </a:solidFill>
                <a:ea typeface="+mn-lt"/>
                <a:cs typeface="+mn-lt"/>
              </a:rPr>
              <a:t>remove duplication, correct spelling mistakes, add missing content</a:t>
            </a:r>
            <a:br>
              <a:rPr lang="en-US" sz="1200">
                <a:solidFill>
                  <a:srgbClr val="1A1A1A"/>
                </a:solidFill>
                <a:latin typeface="Calibri"/>
                <a:ea typeface="Calibri"/>
                <a:cs typeface="Calibri"/>
              </a:rPr>
            </a:br>
            <a:r>
              <a:rPr lang="en-US" sz="1200">
                <a:solidFill>
                  <a:srgbClr val="1A1A1A"/>
                </a:solidFill>
                <a:latin typeface="Calibri"/>
                <a:ea typeface="Calibri"/>
                <a:cs typeface="Calibri"/>
              </a:rPr>
              <a:t>()pages.</a:t>
            </a:r>
            <a:endParaRPr lang="en-US" sz="1200">
              <a:latin typeface="Calibri"/>
              <a:ea typeface="Calibri"/>
              <a:cs typeface="Calibri"/>
            </a:endParaRPr>
          </a:p>
        </p:txBody>
      </p:sp>
      <p:sp>
        <p:nvSpPr>
          <p:cNvPr id="25" name="Shape 19"/>
          <p:cNvSpPr/>
          <p:nvPr/>
        </p:nvSpPr>
        <p:spPr>
          <a:xfrm>
            <a:off x="0" y="6537960"/>
            <a:ext cx="12161520" cy="320040"/>
          </a:xfrm>
          <a:prstGeom prst="rect">
            <a:avLst/>
          </a:prstGeom>
          <a:solidFill>
            <a:srgbClr val="0B2545"/>
          </a:solidFill>
          <a:ln w="12700">
            <a:solidFill>
              <a:srgbClr val="0B2545"/>
            </a:solidFill>
            <a:prstDash val="solid"/>
          </a:ln>
        </p:spPr>
      </p:sp>
      <p:sp>
        <p:nvSpPr>
          <p:cNvPr id="26" name="Text 20"/>
          <p:cNvSpPr/>
          <p:nvPr/>
        </p:nvSpPr>
        <p:spPr>
          <a:xfrm>
            <a:off x="457200" y="6547104"/>
            <a:ext cx="7315200" cy="301752"/>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Group 6  •  COSC 3P94  •  Airline Website</a:t>
            </a:r>
            <a:endParaRPr lang="en-US" sz="1000"/>
          </a:p>
        </p:txBody>
      </p:sp>
      <p:sp>
        <p:nvSpPr>
          <p:cNvPr id="27" name="Text 21"/>
          <p:cNvSpPr/>
          <p:nvPr/>
        </p:nvSpPr>
        <p:spPr>
          <a:xfrm>
            <a:off x="10789920" y="6547104"/>
            <a:ext cx="914400" cy="301752"/>
          </a:xfrm>
          <a:prstGeom prst="rect">
            <a:avLst/>
          </a:prstGeom>
          <a:noFill/>
          <a:ln/>
        </p:spPr>
        <p:txBody>
          <a:bodyPr wrap="square" lIns="0" tIns="0" rIns="0" bIns="0" rtlCol="0" anchor="ctr"/>
          <a:lstStyle/>
          <a:p>
            <a:pPr marL="0" indent="0" algn="r">
              <a:buNone/>
            </a:pPr>
            <a:r>
              <a:rPr lang="en-US" sz="1000">
                <a:solidFill>
                  <a:srgbClr val="FFFFFF"/>
                </a:solidFill>
                <a:latin typeface="Calibri" pitchFamily="34" charset="0"/>
                <a:ea typeface="Calibri" pitchFamily="34" charset="-122"/>
                <a:cs typeface="Calibri" pitchFamily="34" charset="-120"/>
              </a:rPr>
              <a:t>10 / 13</a:t>
            </a:r>
            <a:endParaRPr lang="en-US" sz="10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100" b="1" kern="0" spc="400">
                <a:solidFill>
                  <a:srgbClr val="F4A261"/>
                </a:solidFill>
                <a:latin typeface="Calibri" pitchFamily="34" charset="0"/>
                <a:ea typeface="Calibri" pitchFamily="34" charset="-122"/>
                <a:cs typeface="Calibri" pitchFamily="34" charset="-120"/>
              </a:rPr>
              <a:t>WHAT WE CHANGED</a:t>
            </a:r>
            <a:endParaRPr lang="en-US" sz="110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000" b="1">
                <a:solidFill>
                  <a:srgbClr val="0B2545"/>
                </a:solidFill>
                <a:latin typeface="Georgia" pitchFamily="34" charset="0"/>
                <a:ea typeface="Georgia" pitchFamily="34" charset="-122"/>
                <a:cs typeface="Georgia" pitchFamily="34" charset="-120"/>
              </a:rPr>
              <a:t>From feedback to final product</a:t>
            </a:r>
            <a:endParaRPr lang="en-US" sz="3000"/>
          </a:p>
        </p:txBody>
      </p:sp>
      <p:sp>
        <p:nvSpPr>
          <p:cNvPr id="4" name="Shape 2"/>
          <p:cNvSpPr/>
          <p:nvPr/>
        </p:nvSpPr>
        <p:spPr>
          <a:xfrm>
            <a:off x="548640" y="1783080"/>
            <a:ext cx="5532120" cy="457200"/>
          </a:xfrm>
          <a:prstGeom prst="rect">
            <a:avLst/>
          </a:prstGeom>
          <a:solidFill>
            <a:srgbClr val="0B2545"/>
          </a:solidFill>
          <a:ln w="12700">
            <a:solidFill>
              <a:srgbClr val="0B2545"/>
            </a:solidFill>
            <a:prstDash val="solid"/>
          </a:ln>
        </p:spPr>
      </p:sp>
      <p:sp>
        <p:nvSpPr>
          <p:cNvPr id="5" name="Text 3"/>
          <p:cNvSpPr/>
          <p:nvPr/>
        </p:nvSpPr>
        <p:spPr>
          <a:xfrm>
            <a:off x="731520" y="1783080"/>
            <a:ext cx="5349240" cy="457200"/>
          </a:xfrm>
          <a:prstGeom prst="rect">
            <a:avLst/>
          </a:prstGeom>
          <a:noFill/>
          <a:ln/>
        </p:spPr>
        <p:txBody>
          <a:bodyPr wrap="square" lIns="0" tIns="0" rIns="0" bIns="0" rtlCol="0" anchor="ctr"/>
          <a:lstStyle/>
          <a:p>
            <a:pPr marL="0" indent="0">
              <a:buNone/>
            </a:pPr>
            <a:r>
              <a:rPr lang="en-US" sz="1200" b="1" kern="0" spc="400">
                <a:solidFill>
                  <a:srgbClr val="F4A261"/>
                </a:solidFill>
                <a:latin typeface="Calibri" pitchFamily="34" charset="0"/>
                <a:ea typeface="Calibri" pitchFamily="34" charset="-122"/>
                <a:cs typeface="Calibri" pitchFamily="34" charset="-120"/>
              </a:rPr>
              <a:t>FEEDBACK</a:t>
            </a:r>
            <a:endParaRPr lang="en-US" sz="1200"/>
          </a:p>
        </p:txBody>
      </p:sp>
      <p:sp>
        <p:nvSpPr>
          <p:cNvPr id="6" name="Shape 4"/>
          <p:cNvSpPr/>
          <p:nvPr/>
        </p:nvSpPr>
        <p:spPr>
          <a:xfrm>
            <a:off x="6172200" y="1783080"/>
            <a:ext cx="5532120" cy="457200"/>
          </a:xfrm>
          <a:prstGeom prst="rect">
            <a:avLst/>
          </a:prstGeom>
          <a:solidFill>
            <a:srgbClr val="F4A261"/>
          </a:solidFill>
          <a:ln w="12700">
            <a:solidFill>
              <a:srgbClr val="F4A261"/>
            </a:solidFill>
            <a:prstDash val="solid"/>
          </a:ln>
        </p:spPr>
      </p:sp>
      <p:sp>
        <p:nvSpPr>
          <p:cNvPr id="7" name="Text 5"/>
          <p:cNvSpPr/>
          <p:nvPr/>
        </p:nvSpPr>
        <p:spPr>
          <a:xfrm>
            <a:off x="6355080" y="1783080"/>
            <a:ext cx="5349240" cy="457200"/>
          </a:xfrm>
          <a:prstGeom prst="rect">
            <a:avLst/>
          </a:prstGeom>
          <a:noFill/>
          <a:ln/>
        </p:spPr>
        <p:txBody>
          <a:bodyPr wrap="square" lIns="0" tIns="0" rIns="0" bIns="0" rtlCol="0" anchor="ctr"/>
          <a:lstStyle/>
          <a:p>
            <a:pPr marL="0" indent="0">
              <a:buNone/>
            </a:pPr>
            <a:r>
              <a:rPr lang="en-US" sz="1200" b="1" kern="0" spc="400">
                <a:solidFill>
                  <a:srgbClr val="0B2545"/>
                </a:solidFill>
                <a:latin typeface="Calibri" pitchFamily="34" charset="0"/>
                <a:ea typeface="Calibri" pitchFamily="34" charset="-122"/>
                <a:cs typeface="Calibri" pitchFamily="34" charset="-120"/>
              </a:rPr>
              <a:t>OUR CHANGE</a:t>
            </a:r>
            <a:endParaRPr lang="en-US" sz="1200"/>
          </a:p>
        </p:txBody>
      </p:sp>
      <p:sp>
        <p:nvSpPr>
          <p:cNvPr id="8" name="Shape 6"/>
          <p:cNvSpPr/>
          <p:nvPr/>
        </p:nvSpPr>
        <p:spPr>
          <a:xfrm>
            <a:off x="548640" y="2331720"/>
            <a:ext cx="11155680" cy="612648"/>
          </a:xfrm>
          <a:prstGeom prst="rect">
            <a:avLst/>
          </a:prstGeom>
          <a:solidFill>
            <a:srgbClr val="F7F3EE"/>
          </a:solidFill>
          <a:ln w="12700">
            <a:solidFill>
              <a:srgbClr val="F7F3EE"/>
            </a:solidFill>
            <a:prstDash val="solid"/>
          </a:ln>
        </p:spPr>
      </p:sp>
      <p:sp>
        <p:nvSpPr>
          <p:cNvPr id="9" name="Text 7"/>
          <p:cNvSpPr/>
          <p:nvPr/>
        </p:nvSpPr>
        <p:spPr>
          <a:xfrm>
            <a:off x="731520" y="2350008"/>
            <a:ext cx="5349240" cy="566928"/>
          </a:xfrm>
          <a:prstGeom prst="rect">
            <a:avLst/>
          </a:prstGeom>
          <a:noFill/>
          <a:ln/>
        </p:spPr>
        <p:txBody>
          <a:bodyPr wrap="square" lIns="0" tIns="0" rIns="0" bIns="0" rtlCol="0" anchor="ctr"/>
          <a:lstStyle/>
          <a:p>
            <a:r>
              <a:rPr lang="en-US" sz="1200" dirty="0">
                <a:solidFill>
                  <a:srgbClr val="1A1A1A"/>
                </a:solidFill>
                <a:ea typeface="+mn-lt"/>
                <a:cs typeface="+mn-lt"/>
              </a:rPr>
              <a:t>Navigation was confusing — users couldn't return to seat selection from later steps, page names were unclear, and there was no login validation.</a:t>
            </a:r>
            <a:endParaRPr lang="en-US" dirty="0">
              <a:ea typeface="+mn-lt"/>
              <a:cs typeface="+mn-lt"/>
            </a:endParaRPr>
          </a:p>
        </p:txBody>
      </p:sp>
      <p:sp>
        <p:nvSpPr>
          <p:cNvPr id="10" name="Shape 8"/>
          <p:cNvSpPr/>
          <p:nvPr/>
        </p:nvSpPr>
        <p:spPr>
          <a:xfrm>
            <a:off x="6108192" y="2638044"/>
            <a:ext cx="0" cy="0"/>
          </a:xfrm>
          <a:prstGeom prst="line">
            <a:avLst/>
          </a:prstGeom>
          <a:noFill/>
          <a:ln w="25400">
            <a:solidFill>
              <a:srgbClr val="F4A261"/>
            </a:solidFill>
            <a:prstDash val="solid"/>
          </a:ln>
        </p:spPr>
      </p:sp>
      <p:sp>
        <p:nvSpPr>
          <p:cNvPr id="11" name="Text 9"/>
          <p:cNvSpPr/>
          <p:nvPr/>
        </p:nvSpPr>
        <p:spPr>
          <a:xfrm>
            <a:off x="6355080" y="2363376"/>
            <a:ext cx="5349240" cy="566928"/>
          </a:xfrm>
          <a:prstGeom prst="rect">
            <a:avLst/>
          </a:prstGeom>
          <a:noFill/>
          <a:ln/>
        </p:spPr>
        <p:txBody>
          <a:bodyPr wrap="square" lIns="0" tIns="0" rIns="0" bIns="0" rtlCol="0" anchor="ctr"/>
          <a:lstStyle/>
          <a:p>
            <a:r>
              <a:rPr lang="en-US" sz="1200" b="1">
                <a:solidFill>
                  <a:srgbClr val="0B2545"/>
                </a:solidFill>
                <a:ea typeface="+mn-lt"/>
                <a:cs typeface="+mn-lt"/>
              </a:rPr>
              <a:t>Reworked the booking flow so users can go back to the seat selection page from passenger details &amp; payment; renamed pages to remove confusion; added login validation with a success overlay when the user signs in.</a:t>
            </a:r>
            <a:endParaRPr lang="en-US" b="1">
              <a:solidFill>
                <a:srgbClr val="0B2545"/>
              </a:solidFill>
              <a:ea typeface="+mn-lt"/>
              <a:cs typeface="+mn-lt"/>
            </a:endParaRPr>
          </a:p>
        </p:txBody>
      </p:sp>
      <p:sp>
        <p:nvSpPr>
          <p:cNvPr id="12" name="Text 10"/>
          <p:cNvSpPr/>
          <p:nvPr/>
        </p:nvSpPr>
        <p:spPr>
          <a:xfrm>
            <a:off x="731520" y="3008376"/>
            <a:ext cx="5349240" cy="566928"/>
          </a:xfrm>
          <a:prstGeom prst="rect">
            <a:avLst/>
          </a:prstGeom>
          <a:noFill/>
          <a:ln/>
        </p:spPr>
        <p:txBody>
          <a:bodyPr wrap="square" lIns="0" tIns="0" rIns="0" bIns="0" rtlCol="0" anchor="ctr"/>
          <a:lstStyle/>
          <a:p>
            <a:r>
              <a:rPr lang="en-US" sz="1200">
                <a:solidFill>
                  <a:srgbClr val="1A1A1A"/>
                </a:solidFill>
                <a:ea typeface="+mn-lt"/>
                <a:cs typeface="+mn-lt"/>
              </a:rPr>
              <a:t>Visual design felt flat — overlays, input fields, and labels lacked polish, and the interface had no motion or feedback on interaction.</a:t>
            </a:r>
            <a:endParaRPr lang="en-US">
              <a:ea typeface="+mn-lt"/>
              <a:cs typeface="+mn-lt"/>
            </a:endParaRPr>
          </a:p>
        </p:txBody>
      </p:sp>
      <p:sp>
        <p:nvSpPr>
          <p:cNvPr id="13" name="Shape 11"/>
          <p:cNvSpPr/>
          <p:nvPr/>
        </p:nvSpPr>
        <p:spPr>
          <a:xfrm>
            <a:off x="6108192" y="3296412"/>
            <a:ext cx="0" cy="0"/>
          </a:xfrm>
          <a:prstGeom prst="line">
            <a:avLst/>
          </a:prstGeom>
          <a:noFill/>
          <a:ln w="25400">
            <a:solidFill>
              <a:srgbClr val="F4A261"/>
            </a:solidFill>
            <a:prstDash val="solid"/>
          </a:ln>
        </p:spPr>
      </p:sp>
      <p:sp>
        <p:nvSpPr>
          <p:cNvPr id="14" name="Text 12"/>
          <p:cNvSpPr/>
          <p:nvPr/>
        </p:nvSpPr>
        <p:spPr>
          <a:xfrm>
            <a:off x="6355080" y="3008376"/>
            <a:ext cx="5349240" cy="566928"/>
          </a:xfrm>
          <a:prstGeom prst="rect">
            <a:avLst/>
          </a:prstGeom>
          <a:noFill/>
          <a:ln/>
        </p:spPr>
        <p:txBody>
          <a:bodyPr wrap="square" lIns="0" tIns="0" rIns="0" bIns="0" rtlCol="0" anchor="ctr"/>
          <a:lstStyle/>
          <a:p>
            <a:r>
              <a:rPr lang="en-US" sz="1200" b="1">
                <a:solidFill>
                  <a:srgbClr val="0B2545"/>
                </a:solidFill>
                <a:ea typeface="+mn-lt"/>
                <a:cs typeface="+mn-lt"/>
              </a:rPr>
              <a:t>Redesigned overlays, input fields, and labels; added animations and hover states for a more responsive, polished feel.</a:t>
            </a:r>
            <a:endParaRPr lang="en-US" b="1">
              <a:solidFill>
                <a:srgbClr val="0B2545"/>
              </a:solidFill>
              <a:ea typeface="+mn-lt"/>
              <a:cs typeface="+mn-lt"/>
            </a:endParaRPr>
          </a:p>
        </p:txBody>
      </p:sp>
      <p:sp>
        <p:nvSpPr>
          <p:cNvPr id="15" name="Shape 13"/>
          <p:cNvSpPr/>
          <p:nvPr/>
        </p:nvSpPr>
        <p:spPr>
          <a:xfrm>
            <a:off x="548640" y="3648456"/>
            <a:ext cx="11155680" cy="612648"/>
          </a:xfrm>
          <a:prstGeom prst="rect">
            <a:avLst/>
          </a:prstGeom>
          <a:solidFill>
            <a:srgbClr val="F7F3EE"/>
          </a:solidFill>
          <a:ln w="12700">
            <a:solidFill>
              <a:srgbClr val="F7F3EE"/>
            </a:solidFill>
            <a:prstDash val="solid"/>
          </a:ln>
        </p:spPr>
      </p:sp>
      <p:sp>
        <p:nvSpPr>
          <p:cNvPr id="16" name="Text 14"/>
          <p:cNvSpPr/>
          <p:nvPr/>
        </p:nvSpPr>
        <p:spPr>
          <a:xfrm>
            <a:off x="731520" y="3666744"/>
            <a:ext cx="5349240" cy="566928"/>
          </a:xfrm>
          <a:prstGeom prst="rect">
            <a:avLst/>
          </a:prstGeom>
          <a:noFill/>
          <a:ln/>
        </p:spPr>
        <p:txBody>
          <a:bodyPr wrap="square" lIns="0" tIns="0" rIns="0" bIns="0" rtlCol="0" anchor="ctr"/>
          <a:lstStyle/>
          <a:p>
            <a:r>
              <a:rPr lang="en-US" sz="1200" dirty="0">
                <a:solidFill>
                  <a:srgbClr val="1A1A1A"/>
                </a:solidFill>
                <a:ea typeface="+mn-lt"/>
                <a:cs typeface="+mn-lt"/>
              </a:rPr>
              <a:t>Interactive elements didn't behave as expected — radio buttons didn't show a selected state, and some elements weren't clickable.</a:t>
            </a:r>
            <a:endParaRPr lang="en-US" dirty="0">
              <a:ea typeface="+mn-lt"/>
              <a:cs typeface="+mn-lt"/>
            </a:endParaRPr>
          </a:p>
        </p:txBody>
      </p:sp>
      <p:sp>
        <p:nvSpPr>
          <p:cNvPr id="17" name="Shape 15"/>
          <p:cNvSpPr/>
          <p:nvPr/>
        </p:nvSpPr>
        <p:spPr>
          <a:xfrm>
            <a:off x="6108192" y="3954780"/>
            <a:ext cx="0" cy="0"/>
          </a:xfrm>
          <a:prstGeom prst="line">
            <a:avLst/>
          </a:prstGeom>
          <a:noFill/>
          <a:ln w="25400">
            <a:solidFill>
              <a:srgbClr val="F4A261"/>
            </a:solidFill>
            <a:prstDash val="solid"/>
          </a:ln>
        </p:spPr>
      </p:sp>
      <p:sp>
        <p:nvSpPr>
          <p:cNvPr id="18" name="Text 16"/>
          <p:cNvSpPr/>
          <p:nvPr/>
        </p:nvSpPr>
        <p:spPr>
          <a:xfrm>
            <a:off x="6355080" y="3666744"/>
            <a:ext cx="5349240" cy="566928"/>
          </a:xfrm>
          <a:prstGeom prst="rect">
            <a:avLst/>
          </a:prstGeom>
          <a:noFill/>
          <a:ln/>
        </p:spPr>
        <p:txBody>
          <a:bodyPr wrap="square" lIns="0" tIns="0" rIns="0" bIns="0" rtlCol="0" anchor="ctr"/>
          <a:lstStyle/>
          <a:p>
            <a:r>
              <a:rPr lang="en-US" sz="1200" b="1">
                <a:solidFill>
                  <a:srgbClr val="0B2545"/>
                </a:solidFill>
                <a:ea typeface="+mn-lt"/>
                <a:cs typeface="+mn-lt"/>
              </a:rPr>
              <a:t>Fixed radio button selected states and made previously static elements clickable.</a:t>
            </a:r>
            <a:endParaRPr lang="en-US" b="1">
              <a:solidFill>
                <a:srgbClr val="0B2545"/>
              </a:solidFill>
              <a:ea typeface="+mn-lt"/>
              <a:cs typeface="+mn-lt"/>
            </a:endParaRPr>
          </a:p>
        </p:txBody>
      </p:sp>
      <p:sp>
        <p:nvSpPr>
          <p:cNvPr id="19" name="Text 17"/>
          <p:cNvSpPr/>
          <p:nvPr/>
        </p:nvSpPr>
        <p:spPr>
          <a:xfrm>
            <a:off x="731520" y="4325112"/>
            <a:ext cx="5349240" cy="566928"/>
          </a:xfrm>
          <a:prstGeom prst="rect">
            <a:avLst/>
          </a:prstGeom>
          <a:noFill/>
          <a:ln/>
        </p:spPr>
        <p:txBody>
          <a:bodyPr wrap="square" lIns="0" tIns="0" rIns="0" bIns="0" rtlCol="0" anchor="ctr"/>
          <a:lstStyle/>
          <a:p>
            <a:r>
              <a:rPr lang="en-US" sz="1200">
                <a:solidFill>
                  <a:srgbClr val="1A1A1A"/>
                </a:solidFill>
                <a:ea typeface="+mn-lt"/>
                <a:cs typeface="+mn-lt"/>
              </a:rPr>
              <a:t>Content had duplicated sections, spelling mistakes, and missing information.</a:t>
            </a:r>
            <a:endParaRPr lang="en-US">
              <a:ea typeface="+mn-lt"/>
              <a:cs typeface="+mn-lt"/>
            </a:endParaRPr>
          </a:p>
        </p:txBody>
      </p:sp>
      <p:sp>
        <p:nvSpPr>
          <p:cNvPr id="20" name="Shape 18"/>
          <p:cNvSpPr/>
          <p:nvPr/>
        </p:nvSpPr>
        <p:spPr>
          <a:xfrm>
            <a:off x="6108192" y="4613148"/>
            <a:ext cx="0" cy="0"/>
          </a:xfrm>
          <a:prstGeom prst="line">
            <a:avLst/>
          </a:prstGeom>
          <a:noFill/>
          <a:ln w="25400">
            <a:solidFill>
              <a:srgbClr val="F4A261"/>
            </a:solidFill>
            <a:prstDash val="solid"/>
          </a:ln>
        </p:spPr>
      </p:sp>
      <p:sp>
        <p:nvSpPr>
          <p:cNvPr id="21" name="Text 19"/>
          <p:cNvSpPr/>
          <p:nvPr/>
        </p:nvSpPr>
        <p:spPr>
          <a:xfrm>
            <a:off x="6355080" y="4325112"/>
            <a:ext cx="5349240" cy="566928"/>
          </a:xfrm>
          <a:prstGeom prst="rect">
            <a:avLst/>
          </a:prstGeom>
          <a:noFill/>
          <a:ln/>
        </p:spPr>
        <p:txBody>
          <a:bodyPr wrap="square" lIns="0" tIns="0" rIns="0" bIns="0" rtlCol="0" anchor="ctr"/>
          <a:lstStyle/>
          <a:p>
            <a:r>
              <a:rPr lang="en-US" sz="1200" b="1">
                <a:solidFill>
                  <a:srgbClr val="0B2545"/>
                </a:solidFill>
                <a:latin typeface="Calibri"/>
                <a:ea typeface="Calibri"/>
                <a:cs typeface="Calibri"/>
              </a:rPr>
              <a:t>Removed</a:t>
            </a:r>
            <a:r>
              <a:rPr lang="en-US" sz="1200" b="1">
                <a:solidFill>
                  <a:srgbClr val="0B2545"/>
                </a:solidFill>
                <a:ea typeface="+mn-lt"/>
                <a:cs typeface="+mn-lt"/>
              </a:rPr>
              <a:t> duplicated content, corrected spelling errors, and added the missing information.</a:t>
            </a:r>
          </a:p>
        </p:txBody>
      </p:sp>
      <p:sp>
        <p:nvSpPr>
          <p:cNvPr id="29" name="Shape 27"/>
          <p:cNvSpPr/>
          <p:nvPr/>
        </p:nvSpPr>
        <p:spPr>
          <a:xfrm>
            <a:off x="0" y="6537960"/>
            <a:ext cx="12161520" cy="320040"/>
          </a:xfrm>
          <a:prstGeom prst="rect">
            <a:avLst/>
          </a:prstGeom>
          <a:solidFill>
            <a:srgbClr val="0B2545"/>
          </a:solidFill>
          <a:ln w="12700">
            <a:solidFill>
              <a:srgbClr val="0B2545"/>
            </a:solidFill>
            <a:prstDash val="solid"/>
          </a:ln>
        </p:spPr>
      </p:sp>
      <p:sp>
        <p:nvSpPr>
          <p:cNvPr id="30" name="Text 28"/>
          <p:cNvSpPr/>
          <p:nvPr/>
        </p:nvSpPr>
        <p:spPr>
          <a:xfrm>
            <a:off x="457200" y="6547104"/>
            <a:ext cx="7315200" cy="301752"/>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Group 6  •  COSC 3P94  •  Airline Website</a:t>
            </a:r>
            <a:endParaRPr lang="en-US" sz="1000"/>
          </a:p>
        </p:txBody>
      </p:sp>
      <p:sp>
        <p:nvSpPr>
          <p:cNvPr id="31" name="Text 29"/>
          <p:cNvSpPr/>
          <p:nvPr/>
        </p:nvSpPr>
        <p:spPr>
          <a:xfrm>
            <a:off x="10789920" y="6547104"/>
            <a:ext cx="914400" cy="301752"/>
          </a:xfrm>
          <a:prstGeom prst="rect">
            <a:avLst/>
          </a:prstGeom>
          <a:noFill/>
          <a:ln/>
        </p:spPr>
        <p:txBody>
          <a:bodyPr wrap="square" lIns="0" tIns="0" rIns="0" bIns="0" rtlCol="0" anchor="ctr"/>
          <a:lstStyle/>
          <a:p>
            <a:pPr marL="0" indent="0" algn="r">
              <a:buNone/>
            </a:pPr>
            <a:r>
              <a:rPr lang="en-US" sz="1000">
                <a:solidFill>
                  <a:srgbClr val="FFFFFF"/>
                </a:solidFill>
                <a:latin typeface="Calibri" pitchFamily="34" charset="0"/>
                <a:ea typeface="Calibri" pitchFamily="34" charset="-122"/>
                <a:cs typeface="Calibri" pitchFamily="34" charset="-120"/>
              </a:rPr>
              <a:t>11 / 13</a:t>
            </a:r>
            <a:endParaRPr lang="en-US" sz="10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5394960" y="1645920"/>
            <a:ext cx="1371600" cy="1371600"/>
          </a:xfrm>
          <a:prstGeom prst="ellipse">
            <a:avLst/>
          </a:prstGeom>
          <a:solidFill>
            <a:srgbClr val="F4A261"/>
          </a:solidFill>
          <a:ln w="12700">
            <a:solidFill>
              <a:srgbClr val="F4A261"/>
            </a:solidFill>
            <a:prstDash val="solid"/>
          </a:ln>
        </p:spPr>
      </p:sp>
      <p:pic>
        <p:nvPicPr>
          <p:cNvPr id="3" name="Image 0" descr="preencoded.png"/>
          <p:cNvPicPr>
            <a:picLocks noChangeAspect="1"/>
          </p:cNvPicPr>
          <p:nvPr/>
        </p:nvPicPr>
        <p:blipFill>
          <a:blip r:embed="rId3"/>
          <a:stretch>
            <a:fillRect/>
          </a:stretch>
        </p:blipFill>
        <p:spPr>
          <a:xfrm>
            <a:off x="5806440" y="1979328"/>
            <a:ext cx="548640" cy="731520"/>
          </a:xfrm>
          <a:prstGeom prst="rect">
            <a:avLst/>
          </a:prstGeom>
        </p:spPr>
      </p:pic>
      <p:sp>
        <p:nvSpPr>
          <p:cNvPr id="4" name="Text 1"/>
          <p:cNvSpPr/>
          <p:nvPr/>
        </p:nvSpPr>
        <p:spPr>
          <a:xfrm>
            <a:off x="914400" y="3200400"/>
            <a:ext cx="10332720" cy="822960"/>
          </a:xfrm>
          <a:prstGeom prst="rect">
            <a:avLst/>
          </a:prstGeom>
          <a:noFill/>
          <a:ln/>
        </p:spPr>
        <p:txBody>
          <a:bodyPr wrap="square" lIns="0" tIns="0" rIns="0" bIns="0" rtlCol="0" anchor="ctr"/>
          <a:lstStyle/>
          <a:p>
            <a:pPr marL="0" indent="0" algn="ctr">
              <a:buNone/>
            </a:pPr>
            <a:r>
              <a:rPr lang="en-US" sz="5400" b="1">
                <a:solidFill>
                  <a:srgbClr val="FFFFFF"/>
                </a:solidFill>
                <a:latin typeface="Georgia" pitchFamily="34" charset="0"/>
                <a:ea typeface="Georgia" pitchFamily="34" charset="-122"/>
                <a:cs typeface="Georgia" pitchFamily="34" charset="-120"/>
              </a:rPr>
              <a:t>Live Demo</a:t>
            </a:r>
            <a:endParaRPr lang="en-US" sz="5400"/>
          </a:p>
        </p:txBody>
      </p:sp>
      <p:sp>
        <p:nvSpPr>
          <p:cNvPr id="5" name="Text 2"/>
          <p:cNvSpPr/>
          <p:nvPr/>
        </p:nvSpPr>
        <p:spPr>
          <a:xfrm>
            <a:off x="914400" y="4114800"/>
            <a:ext cx="10332720" cy="457200"/>
          </a:xfrm>
          <a:prstGeom prst="rect">
            <a:avLst/>
          </a:prstGeom>
          <a:noFill/>
          <a:ln/>
        </p:spPr>
        <p:txBody>
          <a:bodyPr wrap="square" lIns="0" tIns="0" rIns="0" bIns="0" rtlCol="0" anchor="ctr"/>
          <a:lstStyle/>
          <a:p>
            <a:pPr marL="0" indent="0" algn="ctr">
              <a:buNone/>
            </a:pPr>
            <a:r>
              <a:rPr lang="en-US" sz="1800" i="1">
                <a:solidFill>
                  <a:srgbClr val="CADCFC"/>
                </a:solidFill>
                <a:latin typeface="Calibri" pitchFamily="34" charset="0"/>
                <a:ea typeface="Calibri" pitchFamily="34" charset="-122"/>
                <a:cs typeface="Calibri" pitchFamily="34" charset="-120"/>
              </a:rPr>
              <a:t>Let's walk through the final product end-to-end.</a:t>
            </a:r>
            <a:endParaRPr lang="en-US" sz="1800"/>
          </a:p>
        </p:txBody>
      </p:sp>
      <p:sp>
        <p:nvSpPr>
          <p:cNvPr id="6" name="Shape 3"/>
          <p:cNvSpPr/>
          <p:nvPr/>
        </p:nvSpPr>
        <p:spPr>
          <a:xfrm>
            <a:off x="777240" y="5029200"/>
            <a:ext cx="2011680" cy="548640"/>
          </a:xfrm>
          <a:prstGeom prst="rect">
            <a:avLst/>
          </a:prstGeom>
          <a:solidFill>
            <a:srgbClr val="1E4D8C"/>
          </a:solidFill>
          <a:ln w="12700">
            <a:solidFill>
              <a:srgbClr val="1E4D8C"/>
            </a:solidFill>
            <a:prstDash val="solid"/>
          </a:ln>
        </p:spPr>
      </p:sp>
      <p:sp>
        <p:nvSpPr>
          <p:cNvPr id="7" name="Text 4"/>
          <p:cNvSpPr/>
          <p:nvPr/>
        </p:nvSpPr>
        <p:spPr>
          <a:xfrm>
            <a:off x="777240" y="5029200"/>
            <a:ext cx="2011680" cy="54864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1. Homepage search</a:t>
            </a:r>
            <a:endParaRPr lang="en-US" sz="1200"/>
          </a:p>
        </p:txBody>
      </p:sp>
      <p:sp>
        <p:nvSpPr>
          <p:cNvPr id="8" name="Shape 5"/>
          <p:cNvSpPr/>
          <p:nvPr/>
        </p:nvSpPr>
        <p:spPr>
          <a:xfrm>
            <a:off x="2926080" y="5029200"/>
            <a:ext cx="2011680" cy="548640"/>
          </a:xfrm>
          <a:prstGeom prst="rect">
            <a:avLst/>
          </a:prstGeom>
          <a:solidFill>
            <a:srgbClr val="1E4D8C"/>
          </a:solidFill>
          <a:ln w="12700">
            <a:solidFill>
              <a:srgbClr val="1E4D8C"/>
            </a:solidFill>
            <a:prstDash val="solid"/>
          </a:ln>
        </p:spPr>
      </p:sp>
      <p:sp>
        <p:nvSpPr>
          <p:cNvPr id="9" name="Text 6"/>
          <p:cNvSpPr/>
          <p:nvPr/>
        </p:nvSpPr>
        <p:spPr>
          <a:xfrm>
            <a:off x="2926080" y="5029200"/>
            <a:ext cx="2011680" cy="54864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2. Flight selection</a:t>
            </a:r>
            <a:endParaRPr lang="en-US" sz="1200"/>
          </a:p>
        </p:txBody>
      </p:sp>
      <p:sp>
        <p:nvSpPr>
          <p:cNvPr id="10" name="Shape 7"/>
          <p:cNvSpPr/>
          <p:nvPr/>
        </p:nvSpPr>
        <p:spPr>
          <a:xfrm>
            <a:off x="5074920" y="5029200"/>
            <a:ext cx="2011680" cy="548640"/>
          </a:xfrm>
          <a:prstGeom prst="rect">
            <a:avLst/>
          </a:prstGeom>
          <a:solidFill>
            <a:srgbClr val="1E4D8C"/>
          </a:solidFill>
          <a:ln w="12700">
            <a:solidFill>
              <a:srgbClr val="1E4D8C"/>
            </a:solidFill>
            <a:prstDash val="solid"/>
          </a:ln>
        </p:spPr>
      </p:sp>
      <p:sp>
        <p:nvSpPr>
          <p:cNvPr id="11" name="Text 8"/>
          <p:cNvSpPr/>
          <p:nvPr/>
        </p:nvSpPr>
        <p:spPr>
          <a:xfrm>
            <a:off x="5074920" y="5029200"/>
            <a:ext cx="2011680" cy="548640"/>
          </a:xfrm>
          <a:prstGeom prst="rect">
            <a:avLst/>
          </a:prstGeom>
          <a:noFill/>
          <a:ln/>
        </p:spPr>
        <p:txBody>
          <a:bodyPr wrap="square" lIns="0" tIns="0" rIns="0" bIns="0" rtlCol="0" anchor="ctr"/>
          <a:lstStyle/>
          <a:p>
            <a:pPr algn="ctr"/>
            <a:r>
              <a:rPr lang="en-US" sz="1200" b="1">
                <a:solidFill>
                  <a:srgbClr val="FFFFFF"/>
                </a:solidFill>
                <a:latin typeface="Calibri"/>
                <a:ea typeface="Calibri"/>
                <a:cs typeface="Calibri"/>
              </a:rPr>
              <a:t>3. Passenger info &amp; payment</a:t>
            </a:r>
            <a:endParaRPr lang="en-US" sz="1200"/>
          </a:p>
        </p:txBody>
      </p:sp>
      <p:sp>
        <p:nvSpPr>
          <p:cNvPr id="12" name="Shape 9"/>
          <p:cNvSpPr/>
          <p:nvPr/>
        </p:nvSpPr>
        <p:spPr>
          <a:xfrm>
            <a:off x="7223760" y="5029200"/>
            <a:ext cx="2011680" cy="548640"/>
          </a:xfrm>
          <a:prstGeom prst="rect">
            <a:avLst/>
          </a:prstGeom>
          <a:solidFill>
            <a:srgbClr val="1E4D8C"/>
          </a:solidFill>
          <a:ln w="12700">
            <a:solidFill>
              <a:srgbClr val="1E4D8C"/>
            </a:solidFill>
            <a:prstDash val="solid"/>
          </a:ln>
        </p:spPr>
      </p:sp>
      <p:sp>
        <p:nvSpPr>
          <p:cNvPr id="13" name="Text 10"/>
          <p:cNvSpPr/>
          <p:nvPr/>
        </p:nvSpPr>
        <p:spPr>
          <a:xfrm>
            <a:off x="7223760" y="5029200"/>
            <a:ext cx="2011680" cy="54864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4. Seat map</a:t>
            </a:r>
            <a:endParaRPr lang="en-US" sz="1200"/>
          </a:p>
        </p:txBody>
      </p:sp>
      <p:sp>
        <p:nvSpPr>
          <p:cNvPr id="14" name="Shape 11"/>
          <p:cNvSpPr/>
          <p:nvPr/>
        </p:nvSpPr>
        <p:spPr>
          <a:xfrm>
            <a:off x="9372600" y="5029200"/>
            <a:ext cx="2011680" cy="548640"/>
          </a:xfrm>
          <a:prstGeom prst="rect">
            <a:avLst/>
          </a:prstGeom>
          <a:solidFill>
            <a:srgbClr val="1E4D8C"/>
          </a:solidFill>
          <a:ln w="12700">
            <a:solidFill>
              <a:srgbClr val="1E4D8C"/>
            </a:solidFill>
            <a:prstDash val="solid"/>
          </a:ln>
        </p:spPr>
      </p:sp>
      <p:sp>
        <p:nvSpPr>
          <p:cNvPr id="15" name="Text 12"/>
          <p:cNvSpPr/>
          <p:nvPr/>
        </p:nvSpPr>
        <p:spPr>
          <a:xfrm>
            <a:off x="9372600" y="5029200"/>
            <a:ext cx="2011680" cy="548640"/>
          </a:xfrm>
          <a:prstGeom prst="rect">
            <a:avLst/>
          </a:prstGeom>
          <a:noFill/>
          <a:ln/>
        </p:spPr>
        <p:txBody>
          <a:bodyPr wrap="square" lIns="0" tIns="0" rIns="0" bIns="0" rtlCol="0" anchor="ctr"/>
          <a:lstStyle/>
          <a:p>
            <a:pPr marL="0" indent="0" algn="ctr">
              <a:buNone/>
            </a:pPr>
            <a:r>
              <a:rPr lang="en-US" sz="1200" b="1">
                <a:solidFill>
                  <a:srgbClr val="FFFFFF"/>
                </a:solidFill>
                <a:latin typeface="Calibri"/>
                <a:ea typeface="Calibri"/>
                <a:cs typeface="Calibri"/>
              </a:rPr>
              <a:t>5. Confirmation</a:t>
            </a:r>
            <a:endParaRPr lang="en-US" sz="1200">
              <a:latin typeface="Calibri"/>
              <a:ea typeface="Calibri"/>
              <a:cs typeface="Calibri"/>
            </a:endParaRPr>
          </a:p>
        </p:txBody>
      </p:sp>
      <p:sp>
        <p:nvSpPr>
          <p:cNvPr id="16" name="Text 13"/>
          <p:cNvSpPr/>
          <p:nvPr/>
        </p:nvSpPr>
        <p:spPr>
          <a:xfrm>
            <a:off x="914400" y="5852160"/>
            <a:ext cx="10332720" cy="365760"/>
          </a:xfrm>
          <a:prstGeom prst="rect">
            <a:avLst/>
          </a:prstGeom>
          <a:noFill/>
          <a:ln/>
        </p:spPr>
        <p:txBody>
          <a:bodyPr wrap="square" lIns="0" tIns="0" rIns="0" bIns="0" rtlCol="0" anchor="ctr"/>
          <a:lstStyle/>
          <a:p>
            <a:pPr marL="0" indent="0" algn="ctr">
              <a:buNone/>
            </a:pPr>
            <a:endParaRPr lang="en-US" sz="1300" kern="0" spc="300">
              <a:solidFill>
                <a:srgbClr val="F4A261"/>
              </a:solidFill>
              <a:latin typeface="Calibri"/>
              <a:ea typeface="Calibri"/>
              <a:cs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B254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
          </a:blip>
          <a:stretch>
            <a:fillRect/>
          </a:stretch>
        </p:blipFill>
        <p:spPr>
          <a:xfrm>
            <a:off x="-914400" y="2743200"/>
            <a:ext cx="4572000" cy="4572000"/>
          </a:xfrm>
          <a:prstGeom prst="rect">
            <a:avLst/>
          </a:prstGeom>
        </p:spPr>
      </p:pic>
      <p:sp>
        <p:nvSpPr>
          <p:cNvPr id="3" name="Shape 0"/>
          <p:cNvSpPr/>
          <p:nvPr/>
        </p:nvSpPr>
        <p:spPr>
          <a:xfrm>
            <a:off x="731520" y="1645920"/>
            <a:ext cx="73152" cy="2286000"/>
          </a:xfrm>
          <a:prstGeom prst="rect">
            <a:avLst/>
          </a:prstGeom>
          <a:solidFill>
            <a:srgbClr val="F4A261"/>
          </a:solidFill>
          <a:ln w="12700">
            <a:solidFill>
              <a:srgbClr val="F4A261"/>
            </a:solidFill>
            <a:prstDash val="solid"/>
          </a:ln>
        </p:spPr>
      </p:sp>
      <p:sp>
        <p:nvSpPr>
          <p:cNvPr id="4" name="Text 1"/>
          <p:cNvSpPr/>
          <p:nvPr/>
        </p:nvSpPr>
        <p:spPr>
          <a:xfrm>
            <a:off x="1005840" y="1645920"/>
            <a:ext cx="9144000" cy="365760"/>
          </a:xfrm>
          <a:prstGeom prst="rect">
            <a:avLst/>
          </a:prstGeom>
          <a:noFill/>
          <a:ln/>
        </p:spPr>
        <p:txBody>
          <a:bodyPr wrap="square" lIns="0" tIns="0" rIns="0" bIns="0" rtlCol="0" anchor="ctr"/>
          <a:lstStyle/>
          <a:p>
            <a:pPr marL="0" indent="0">
              <a:buNone/>
            </a:pPr>
            <a:r>
              <a:rPr lang="en-US" sz="1200" b="1" kern="0" spc="600">
                <a:solidFill>
                  <a:srgbClr val="F4A261"/>
                </a:solidFill>
                <a:latin typeface="Calibri" pitchFamily="34" charset="0"/>
                <a:ea typeface="Calibri" pitchFamily="34" charset="-122"/>
                <a:cs typeface="Calibri" pitchFamily="34" charset="-120"/>
              </a:rPr>
              <a:t>THANK YOU</a:t>
            </a:r>
            <a:endParaRPr lang="en-US" sz="1200"/>
          </a:p>
        </p:txBody>
      </p:sp>
      <p:sp>
        <p:nvSpPr>
          <p:cNvPr id="5" name="Text 2"/>
          <p:cNvSpPr/>
          <p:nvPr/>
        </p:nvSpPr>
        <p:spPr>
          <a:xfrm>
            <a:off x="1005840" y="2103120"/>
            <a:ext cx="10058400" cy="1097280"/>
          </a:xfrm>
          <a:prstGeom prst="rect">
            <a:avLst/>
          </a:prstGeom>
          <a:noFill/>
          <a:ln/>
        </p:spPr>
        <p:txBody>
          <a:bodyPr wrap="square" lIns="0" tIns="0" rIns="0" bIns="0" rtlCol="0" anchor="ctr"/>
          <a:lstStyle/>
          <a:p>
            <a:pPr marL="0" indent="0">
              <a:buNone/>
            </a:pPr>
            <a:r>
              <a:rPr lang="en-US" sz="7200" b="1">
                <a:solidFill>
                  <a:srgbClr val="FFFFFF"/>
                </a:solidFill>
                <a:latin typeface="Georgia" pitchFamily="34" charset="0"/>
                <a:ea typeface="Georgia" pitchFamily="34" charset="-122"/>
                <a:cs typeface="Georgia" pitchFamily="34" charset="-120"/>
              </a:rPr>
              <a:t>Questions?</a:t>
            </a:r>
            <a:endParaRPr lang="en-US" sz="7200"/>
          </a:p>
        </p:txBody>
      </p:sp>
      <p:sp>
        <p:nvSpPr>
          <p:cNvPr id="6" name="Text 3"/>
          <p:cNvSpPr/>
          <p:nvPr/>
        </p:nvSpPr>
        <p:spPr>
          <a:xfrm>
            <a:off x="1005840" y="3474720"/>
            <a:ext cx="10058400" cy="457200"/>
          </a:xfrm>
          <a:prstGeom prst="rect">
            <a:avLst/>
          </a:prstGeom>
          <a:noFill/>
          <a:ln/>
        </p:spPr>
        <p:txBody>
          <a:bodyPr wrap="square" lIns="0" tIns="0" rIns="0" bIns="0" rtlCol="0" anchor="ctr"/>
          <a:lstStyle/>
          <a:p>
            <a:pPr marL="0" indent="0">
              <a:buNone/>
            </a:pPr>
            <a:r>
              <a:rPr lang="en-US" sz="1800" i="1">
                <a:solidFill>
                  <a:srgbClr val="CADCFC"/>
                </a:solidFill>
                <a:latin typeface="Calibri" pitchFamily="34" charset="0"/>
                <a:ea typeface="Calibri" pitchFamily="34" charset="-122"/>
                <a:cs typeface="Calibri" pitchFamily="34" charset="-120"/>
              </a:rPr>
              <a:t>We'd love to hear your feedback.</a:t>
            </a:r>
            <a:endParaRPr lang="en-US" sz="1800"/>
          </a:p>
        </p:txBody>
      </p:sp>
      <p:sp>
        <p:nvSpPr>
          <p:cNvPr id="7" name="Shape 4"/>
          <p:cNvSpPr/>
          <p:nvPr/>
        </p:nvSpPr>
        <p:spPr>
          <a:xfrm>
            <a:off x="1005840" y="4754880"/>
            <a:ext cx="10149840" cy="0"/>
          </a:xfrm>
          <a:prstGeom prst="line">
            <a:avLst/>
          </a:prstGeom>
          <a:noFill/>
          <a:ln w="19050">
            <a:solidFill>
              <a:srgbClr val="F4A261"/>
            </a:solidFill>
            <a:prstDash val="solid"/>
          </a:ln>
        </p:spPr>
      </p:sp>
      <p:sp>
        <p:nvSpPr>
          <p:cNvPr id="8" name="Text 5"/>
          <p:cNvSpPr/>
          <p:nvPr/>
        </p:nvSpPr>
        <p:spPr>
          <a:xfrm>
            <a:off x="1005840" y="4937760"/>
            <a:ext cx="3657600" cy="274320"/>
          </a:xfrm>
          <a:prstGeom prst="rect">
            <a:avLst/>
          </a:prstGeom>
          <a:noFill/>
          <a:ln/>
        </p:spPr>
        <p:txBody>
          <a:bodyPr wrap="square" lIns="0" tIns="0" rIns="0" bIns="0" rtlCol="0" anchor="ctr"/>
          <a:lstStyle/>
          <a:p>
            <a:pPr marL="0" indent="0">
              <a:buNone/>
            </a:pPr>
            <a:r>
              <a:rPr lang="en-US" sz="1100" b="1" kern="0" spc="400">
                <a:solidFill>
                  <a:srgbClr val="F4A261"/>
                </a:solidFill>
                <a:latin typeface="Calibri" pitchFamily="34" charset="0"/>
                <a:ea typeface="Calibri" pitchFamily="34" charset="-122"/>
                <a:cs typeface="Calibri" pitchFamily="34" charset="-120"/>
              </a:rPr>
              <a:t>GROUP 6</a:t>
            </a:r>
            <a:endParaRPr lang="en-US" sz="1100"/>
          </a:p>
        </p:txBody>
      </p:sp>
      <p:sp>
        <p:nvSpPr>
          <p:cNvPr id="9" name="Text 6"/>
          <p:cNvSpPr/>
          <p:nvPr/>
        </p:nvSpPr>
        <p:spPr>
          <a:xfrm>
            <a:off x="1005840" y="5257800"/>
            <a:ext cx="10149840" cy="457200"/>
          </a:xfrm>
          <a:prstGeom prst="rect">
            <a:avLst/>
          </a:prstGeom>
          <a:noFill/>
          <a:ln/>
        </p:spPr>
        <p:txBody>
          <a:bodyPr wrap="square" lIns="0" tIns="0" rIns="0" bIns="0" rtlCol="0" anchor="ctr"/>
          <a:lstStyle/>
          <a:p>
            <a:pPr marL="0" indent="0">
              <a:buNone/>
            </a:pPr>
            <a:r>
              <a:rPr lang="en-US" sz="1400">
                <a:solidFill>
                  <a:srgbClr val="FFFFFF"/>
                </a:solidFill>
                <a:latin typeface="Calibri" pitchFamily="34" charset="0"/>
                <a:ea typeface="Calibri" pitchFamily="34" charset="-122"/>
                <a:cs typeface="Calibri" pitchFamily="34" charset="-120"/>
              </a:rPr>
              <a:t>Dimple Mistry  •  Brian Kadji  •  Krisha Desai  •  Tanisha Bhayani  •  Sarisha Kadakia</a:t>
            </a:r>
            <a:endParaRPr lang="en-US" sz="1400"/>
          </a:p>
        </p:txBody>
      </p:sp>
      <p:sp>
        <p:nvSpPr>
          <p:cNvPr id="10" name="Text 7"/>
          <p:cNvSpPr/>
          <p:nvPr/>
        </p:nvSpPr>
        <p:spPr>
          <a:xfrm>
            <a:off x="1005840" y="5760720"/>
            <a:ext cx="10149840" cy="365760"/>
          </a:xfrm>
          <a:prstGeom prst="rect">
            <a:avLst/>
          </a:prstGeom>
          <a:noFill/>
          <a:ln/>
        </p:spPr>
        <p:txBody>
          <a:bodyPr wrap="square" lIns="0" tIns="0" rIns="0" bIns="0" rtlCol="0" anchor="ctr"/>
          <a:lstStyle/>
          <a:p>
            <a:pPr marL="0" indent="0">
              <a:buNone/>
            </a:pPr>
            <a:r>
              <a:rPr lang="en-US" sz="1200">
                <a:solidFill>
                  <a:srgbClr val="CADCFC"/>
                </a:solidFill>
                <a:latin typeface="Calibri" pitchFamily="34" charset="0"/>
                <a:ea typeface="Calibri" pitchFamily="34" charset="-122"/>
                <a:cs typeface="Calibri" pitchFamily="34" charset="-120"/>
              </a:rPr>
              <a:t>COSC 3P94 Introduction to Human-Computer Interaction  •  Instructor: Aws Al Jumaily</a:t>
            </a:r>
            <a:endParaRPr lang="en-US" sz="12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B0DF91D11EDE4C989E64A71165A580" ma:contentTypeVersion="10" ma:contentTypeDescription="Create a new document." ma:contentTypeScope="" ma:versionID="bc90a489e6051770c46ebc7c9528febc">
  <xsd:schema xmlns:xsd="http://www.w3.org/2001/XMLSchema" xmlns:xs="http://www.w3.org/2001/XMLSchema" xmlns:p="http://schemas.microsoft.com/office/2006/metadata/properties" xmlns:ns2="b5cfa5d7-09b5-45f9-8616-e86255dd65df" xmlns:ns3="958dc012-7c38-4124-a715-79f510474429" targetNamespace="http://schemas.microsoft.com/office/2006/metadata/properties" ma:root="true" ma:fieldsID="e7b342064005a17bdef0186f929277f3" ns2:_="" ns3:_="">
    <xsd:import namespace="b5cfa5d7-09b5-45f9-8616-e86255dd65df"/>
    <xsd:import namespace="958dc012-7c38-4124-a715-79f51047442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5cfa5d7-09b5-45f9-8616-e86255dd65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08d44918-0402-4173-a38e-4345c47fbb3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8dc012-7c38-4124-a715-79f51047442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b0258eb-cfa7-4cdb-84e9-3cd51bae6d2c}" ma:internalName="TaxCatchAll" ma:showField="CatchAllData" ma:web="958dc012-7c38-4124-a715-79f5104744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58dc012-7c38-4124-a715-79f510474429" xsi:nil="true"/>
    <lcf76f155ced4ddcb4097134ff3c332f xmlns="b5cfa5d7-09b5-45f9-8616-e86255dd65df">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62A42D-2A5A-4A26-AAF5-68AD6A73FEB6}">
  <ds:schemaRefs>
    <ds:schemaRef ds:uri="958dc012-7c38-4124-a715-79f510474429"/>
    <ds:schemaRef ds:uri="b5cfa5d7-09b5-45f9-8616-e86255dd65d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48590D6-C2EE-4FCC-8194-5860A9B0A094}">
  <ds:schemaRefs>
    <ds:schemaRef ds:uri="958dc012-7c38-4124-a715-79f510474429"/>
    <ds:schemaRef ds:uri="b5cfa5d7-09b5-45f9-8616-e86255dd65df"/>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8D731B1-2B0B-4C1A-8177-C29F5AD0519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14</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Airline Website - Stage 4 Final Presentation</dc:title>
  <dc:subject>PptxGenJS Presentation</dc:subject>
  <dc:creator>Group 6 - COSC 3P94</dc:creator>
  <cp:revision>63</cp:revision>
  <dcterms:created xsi:type="dcterms:W3CDTF">2026-04-20T01:04:53Z</dcterms:created>
  <dcterms:modified xsi:type="dcterms:W3CDTF">2026-04-20T19:54:47Z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0x01010085B0DF91D11EDE4C989E64A71165A580</vt:lpwstr>
  </property>
  <property fmtid="{D5CDD505-2E9C-101B-9397-08002B2CF9AE}" pid="3" name="MediaServiceImageTags">
    <vt:lpwstr/>
  </property>
</Properties>
</file>